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3" r:id="rId4"/>
    <p:sldMasterId id="214748373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5143500" cx="9144000"/>
  <p:notesSz cx="6858000" cy="9144000"/>
  <p:embeddedFontLst>
    <p:embeddedFont>
      <p:font typeface="Barlow ExtraLight"/>
      <p:regular r:id="rId34"/>
      <p:bold r:id="rId35"/>
      <p:italic r:id="rId36"/>
      <p:boldItalic r:id="rId37"/>
    </p:embeddedFont>
    <p:embeddedFont>
      <p:font typeface="Hepta Slab Medium"/>
      <p:regular r:id="rId38"/>
      <p:bold r:id="rId39"/>
    </p:embeddedFont>
    <p:embeddedFont>
      <p:font typeface="IBM Plex Serif"/>
      <p:regular r:id="rId40"/>
      <p:bold r:id="rId41"/>
      <p:italic r:id="rId42"/>
      <p:boldItalic r:id="rId43"/>
    </p:embeddedFont>
    <p:embeddedFont>
      <p:font typeface="Barlow"/>
      <p:regular r:id="rId44"/>
      <p:bold r:id="rId45"/>
      <p:italic r:id="rId46"/>
      <p:boldItalic r:id="rId47"/>
    </p:embeddedFont>
    <p:embeddedFont>
      <p:font typeface="Archivo"/>
      <p:regular r:id="rId48"/>
      <p:bold r:id="rId49"/>
      <p:italic r:id="rId50"/>
      <p:boldItalic r:id="rId51"/>
    </p:embeddedFont>
    <p:embeddedFont>
      <p:font typeface="Archivo SemiBold"/>
      <p:regular r:id="rId52"/>
      <p:bold r:id="rId53"/>
      <p:italic r:id="rId54"/>
      <p:boldItalic r:id="rId55"/>
    </p:embeddedFont>
    <p:embeddedFont>
      <p:font typeface="Hepta Slab Light"/>
      <p:regular r:id="rId56"/>
      <p:bold r:id="rId57"/>
    </p:embeddedFont>
    <p:embeddedFont>
      <p:font typeface="Archivo ExtraBold"/>
      <p:bold r:id="rId58"/>
      <p:boldItalic r:id="rId59"/>
    </p:embeddedFont>
    <p:embeddedFont>
      <p:font typeface="Hepta Slab"/>
      <p:regular r:id="rId60"/>
      <p:bold r:id="rId61"/>
    </p:embeddedFont>
    <p:embeddedFont>
      <p:font typeface="Archivo Medium"/>
      <p:regular r:id="rId62"/>
      <p:bold r:id="rId63"/>
      <p:italic r:id="rId64"/>
      <p:boldItalic r:id="rId65"/>
    </p:embeddedFont>
    <p:embeddedFont>
      <p:font typeface="Barlow Medium"/>
      <p:regular r:id="rId66"/>
      <p:bold r:id="rId67"/>
      <p:italic r:id="rId68"/>
      <p:boldItalic r:id="rId69"/>
    </p:embeddedFont>
    <p:embeddedFont>
      <p:font typeface="Barlow Semi Condensed"/>
      <p:regular r:id="rId70"/>
      <p:bold r:id="rId71"/>
      <p:italic r:id="rId72"/>
      <p:boldItalic r:id="rId73"/>
    </p:embeddedFont>
    <p:embeddedFont>
      <p:font typeface="Barlow Light"/>
      <p:regular r:id="rId74"/>
      <p:bold r:id="rId75"/>
      <p:italic r:id="rId76"/>
      <p:boldItalic r:id="rId7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erif-regular.fntdata"/><Relationship Id="rId42" Type="http://schemas.openxmlformats.org/officeDocument/2006/relationships/font" Target="fonts/IBMPlexSerif-italic.fntdata"/><Relationship Id="rId41" Type="http://schemas.openxmlformats.org/officeDocument/2006/relationships/font" Target="fonts/IBMPlexSerif-bold.fntdata"/><Relationship Id="rId44" Type="http://schemas.openxmlformats.org/officeDocument/2006/relationships/font" Target="fonts/Barlow-regular.fntdata"/><Relationship Id="rId43" Type="http://schemas.openxmlformats.org/officeDocument/2006/relationships/font" Target="fonts/IBMPlexSerif-boldItalic.fntdata"/><Relationship Id="rId46" Type="http://schemas.openxmlformats.org/officeDocument/2006/relationships/font" Target="fonts/Barlow-italic.fntdata"/><Relationship Id="rId45" Type="http://schemas.openxmlformats.org/officeDocument/2006/relationships/font" Target="fonts/Barl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Archivo-regular.fntdata"/><Relationship Id="rId47" Type="http://schemas.openxmlformats.org/officeDocument/2006/relationships/font" Target="fonts/Barlow-boldItalic.fntdata"/><Relationship Id="rId49" Type="http://schemas.openxmlformats.org/officeDocument/2006/relationships/font" Target="fonts/Archivo-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BarlowSemiCondensed-boldItalic.fntdata"/><Relationship Id="rId72" Type="http://schemas.openxmlformats.org/officeDocument/2006/relationships/font" Target="fonts/BarlowSemiCondensed-italic.fntdata"/><Relationship Id="rId31" Type="http://schemas.openxmlformats.org/officeDocument/2006/relationships/slide" Target="slides/slide25.xml"/><Relationship Id="rId75" Type="http://schemas.openxmlformats.org/officeDocument/2006/relationships/font" Target="fonts/BarlowLight-bold.fntdata"/><Relationship Id="rId30" Type="http://schemas.openxmlformats.org/officeDocument/2006/relationships/slide" Target="slides/slide24.xml"/><Relationship Id="rId74" Type="http://schemas.openxmlformats.org/officeDocument/2006/relationships/font" Target="fonts/BarlowLight-regular.fntdata"/><Relationship Id="rId33" Type="http://schemas.openxmlformats.org/officeDocument/2006/relationships/slide" Target="slides/slide27.xml"/><Relationship Id="rId77" Type="http://schemas.openxmlformats.org/officeDocument/2006/relationships/font" Target="fonts/BarlowLight-boldItalic.fntdata"/><Relationship Id="rId32" Type="http://schemas.openxmlformats.org/officeDocument/2006/relationships/slide" Target="slides/slide26.xml"/><Relationship Id="rId76" Type="http://schemas.openxmlformats.org/officeDocument/2006/relationships/font" Target="fonts/BarlowLight-italic.fntdata"/><Relationship Id="rId35" Type="http://schemas.openxmlformats.org/officeDocument/2006/relationships/font" Target="fonts/BarlowExtraLight-bold.fntdata"/><Relationship Id="rId34" Type="http://schemas.openxmlformats.org/officeDocument/2006/relationships/font" Target="fonts/BarlowExtraLight-regular.fntdata"/><Relationship Id="rId71" Type="http://schemas.openxmlformats.org/officeDocument/2006/relationships/font" Target="fonts/BarlowSemiCondensed-bold.fntdata"/><Relationship Id="rId70" Type="http://schemas.openxmlformats.org/officeDocument/2006/relationships/font" Target="fonts/BarlowSemiCondensed-regular.fntdata"/><Relationship Id="rId37" Type="http://schemas.openxmlformats.org/officeDocument/2006/relationships/font" Target="fonts/BarlowExtraLight-boldItalic.fntdata"/><Relationship Id="rId36" Type="http://schemas.openxmlformats.org/officeDocument/2006/relationships/font" Target="fonts/BarlowExtraLight-italic.fntdata"/><Relationship Id="rId39" Type="http://schemas.openxmlformats.org/officeDocument/2006/relationships/font" Target="fonts/HeptaSlabMedium-bold.fntdata"/><Relationship Id="rId38" Type="http://schemas.openxmlformats.org/officeDocument/2006/relationships/font" Target="fonts/HeptaSlabMedium-regular.fntdata"/><Relationship Id="rId62" Type="http://schemas.openxmlformats.org/officeDocument/2006/relationships/font" Target="fonts/ArchivoMedium-regular.fntdata"/><Relationship Id="rId61" Type="http://schemas.openxmlformats.org/officeDocument/2006/relationships/font" Target="fonts/HeptaSlab-bold.fntdata"/><Relationship Id="rId20" Type="http://schemas.openxmlformats.org/officeDocument/2006/relationships/slide" Target="slides/slide14.xml"/><Relationship Id="rId64" Type="http://schemas.openxmlformats.org/officeDocument/2006/relationships/font" Target="fonts/ArchivoMedium-italic.fntdata"/><Relationship Id="rId63" Type="http://schemas.openxmlformats.org/officeDocument/2006/relationships/font" Target="fonts/ArchivoMedium-bold.fntdata"/><Relationship Id="rId22" Type="http://schemas.openxmlformats.org/officeDocument/2006/relationships/slide" Target="slides/slide16.xml"/><Relationship Id="rId66" Type="http://schemas.openxmlformats.org/officeDocument/2006/relationships/font" Target="fonts/BarlowMedium-regular.fntdata"/><Relationship Id="rId21" Type="http://schemas.openxmlformats.org/officeDocument/2006/relationships/slide" Target="slides/slide15.xml"/><Relationship Id="rId65" Type="http://schemas.openxmlformats.org/officeDocument/2006/relationships/font" Target="fonts/ArchivoMedium-boldItalic.fntdata"/><Relationship Id="rId24" Type="http://schemas.openxmlformats.org/officeDocument/2006/relationships/slide" Target="slides/slide18.xml"/><Relationship Id="rId68" Type="http://schemas.openxmlformats.org/officeDocument/2006/relationships/font" Target="fonts/BarlowMedium-italic.fntdata"/><Relationship Id="rId23" Type="http://schemas.openxmlformats.org/officeDocument/2006/relationships/slide" Target="slides/slide17.xml"/><Relationship Id="rId67" Type="http://schemas.openxmlformats.org/officeDocument/2006/relationships/font" Target="fonts/BarlowMedium-bold.fntdata"/><Relationship Id="rId60" Type="http://schemas.openxmlformats.org/officeDocument/2006/relationships/font" Target="fonts/HeptaSlab-regular.fntdata"/><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BarlowMedium-bold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Archivo-boldItalic.fntdata"/><Relationship Id="rId50" Type="http://schemas.openxmlformats.org/officeDocument/2006/relationships/font" Target="fonts/Archivo-italic.fntdata"/><Relationship Id="rId53" Type="http://schemas.openxmlformats.org/officeDocument/2006/relationships/font" Target="fonts/ArchivoSemiBold-bold.fntdata"/><Relationship Id="rId52" Type="http://schemas.openxmlformats.org/officeDocument/2006/relationships/font" Target="fonts/ArchivoSemiBold-regular.fntdata"/><Relationship Id="rId11" Type="http://schemas.openxmlformats.org/officeDocument/2006/relationships/slide" Target="slides/slide5.xml"/><Relationship Id="rId55" Type="http://schemas.openxmlformats.org/officeDocument/2006/relationships/font" Target="fonts/ArchivoSemiBold-boldItalic.fntdata"/><Relationship Id="rId10" Type="http://schemas.openxmlformats.org/officeDocument/2006/relationships/slide" Target="slides/slide4.xml"/><Relationship Id="rId54" Type="http://schemas.openxmlformats.org/officeDocument/2006/relationships/font" Target="fonts/ArchivoSemiBold-italic.fntdata"/><Relationship Id="rId13" Type="http://schemas.openxmlformats.org/officeDocument/2006/relationships/slide" Target="slides/slide7.xml"/><Relationship Id="rId57" Type="http://schemas.openxmlformats.org/officeDocument/2006/relationships/font" Target="fonts/HeptaSlabLight-bold.fntdata"/><Relationship Id="rId12" Type="http://schemas.openxmlformats.org/officeDocument/2006/relationships/slide" Target="slides/slide6.xml"/><Relationship Id="rId56" Type="http://schemas.openxmlformats.org/officeDocument/2006/relationships/font" Target="fonts/HeptaSlabLight-regular.fntdata"/><Relationship Id="rId15" Type="http://schemas.openxmlformats.org/officeDocument/2006/relationships/slide" Target="slides/slide9.xml"/><Relationship Id="rId59" Type="http://schemas.openxmlformats.org/officeDocument/2006/relationships/font" Target="fonts/ArchivoExtraBold-boldItalic.fntdata"/><Relationship Id="rId14" Type="http://schemas.openxmlformats.org/officeDocument/2006/relationships/slide" Target="slides/slide8.xml"/><Relationship Id="rId58" Type="http://schemas.openxmlformats.org/officeDocument/2006/relationships/font" Target="fonts/ArchivoExtraBold-bold.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373c80b679_0_1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373c80b679_0_1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373c80b679_0_17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373c80b679_0_1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373c80b679_0_1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3" name="Google Shape;893;g3373c80b679_0_1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g3373c80b679_0_26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3" name="Google Shape;933;g3373c80b679_0_26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373c80b679_0_2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3373c80b679_0_2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37d4c6b4a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337d4c6b4a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37d4c6b4a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0" name="Google Shape;960;g337d4c6b4a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337d4c6b4a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337d4c6b4a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373c80b679_0_1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373c80b679_0_1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373c80b679_0_1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373c80b679_0_1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3373c80b679_0_1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9" name="Google Shape;999;g3373c80b679_0_1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373c80b679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7" name="Google Shape;1007;g3373c80b679_0_18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g337d4c6b4a0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5" name="Google Shape;1015;g337d4c6b4a0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37d4c6b4a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3" name="Google Shape;1023;g337d4c6b4a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38fde7269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338fde726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373c80b679_0_1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9" name="Google Shape;1039;g3373c80b679_0_1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3373c80b679_0_1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3373c80b679_0_1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g337d4c6b4a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7" name="Google Shape;1057;g337d4c6b4a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37d4c6b4a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37d4c6b4a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37d4c6b4a0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5" name="Google Shape;1075;g337d4c6b4a0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g3373c80b679_0_1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4" name="Google Shape;1084;g3373c80b679_0_18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373c80b679_0_1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2" name="Google Shape;1092;g3373c80b679_0_1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3a2f7773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33a2f7773b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g3378303ed4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2" name="Google Shape;1112;g3378303ed4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3a1313a6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3a1313a6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3209abdeb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0" name="Google Shape;1130;g33209abdeb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g33fa4a9e53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6" name="Google Shape;1136;g33fa4a9e53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1150" lvl="2" marL="1371600">
              <a:spcBef>
                <a:spcPts val="0"/>
              </a:spcBef>
              <a:spcAft>
                <a:spcPts val="0"/>
              </a:spcAft>
              <a:buClr>
                <a:schemeClr val="lt1"/>
              </a:buClr>
              <a:buSzPts val="1300"/>
              <a:buChar char="■"/>
              <a:defRPr>
                <a:solidFill>
                  <a:schemeClr val="lt1"/>
                </a:solidFill>
              </a:defRPr>
            </a:lvl3pPr>
            <a:lvl4pPr indent="-304800" lvl="3" marL="1828800">
              <a:spcBef>
                <a:spcPts val="0"/>
              </a:spcBef>
              <a:spcAft>
                <a:spcPts val="0"/>
              </a:spcAft>
              <a:buClr>
                <a:schemeClr val="lt1"/>
              </a:buClr>
              <a:buSzPts val="12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2100" lvl="5" marL="2743200">
              <a:spcBef>
                <a:spcPts val="0"/>
              </a:spcBef>
              <a:spcAft>
                <a:spcPts val="0"/>
              </a:spcAft>
              <a:buClr>
                <a:schemeClr val="lt1"/>
              </a:buClr>
              <a:buSzPts val="1000"/>
              <a:buChar char="■"/>
              <a:defRPr>
                <a:solidFill>
                  <a:schemeClr val="lt1"/>
                </a:solidFill>
              </a:defRPr>
            </a:lvl6pPr>
            <a:lvl7pPr indent="-285750" lvl="6" marL="3200400">
              <a:spcBef>
                <a:spcPts val="0"/>
              </a:spcBef>
              <a:spcAft>
                <a:spcPts val="0"/>
              </a:spcAft>
              <a:buClr>
                <a:schemeClr val="lt1"/>
              </a:buClr>
              <a:buSzPts val="9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3050" lvl="8" marL="4114800">
              <a:spcBef>
                <a:spcPts val="0"/>
              </a:spcBef>
              <a:spcAft>
                <a:spcPts val="0"/>
              </a:spcAft>
              <a:buClr>
                <a:schemeClr val="lt1"/>
              </a:buClr>
              <a:buSzPts val="700"/>
              <a:buChar char="■"/>
              <a:defRPr>
                <a:solidFill>
                  <a:schemeClr val="lt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5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23850" lvl="0" marL="457200" algn="ctr">
              <a:spcBef>
                <a:spcPts val="0"/>
              </a:spcBef>
              <a:spcAft>
                <a:spcPts val="0"/>
              </a:spcAft>
              <a:buSzPts val="1500"/>
              <a:buChar char="●"/>
              <a:defRPr/>
            </a:lvl1pPr>
            <a:lvl2pPr indent="-317500" lvl="1" marL="914400" algn="ctr">
              <a:spcBef>
                <a:spcPts val="0"/>
              </a:spcBef>
              <a:spcAft>
                <a:spcPts val="0"/>
              </a:spcAft>
              <a:buSzPts val="14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298450" lvl="4" marL="2286000" algn="ctr">
              <a:spcBef>
                <a:spcPts val="0"/>
              </a:spcBef>
              <a:spcAft>
                <a:spcPts val="0"/>
              </a:spcAft>
              <a:buSzPts val="1100"/>
              <a:buChar char="○"/>
              <a:defRPr/>
            </a:lvl5pPr>
            <a:lvl6pPr indent="-292100" lvl="5" marL="2743200" algn="ctr">
              <a:spcBef>
                <a:spcPts val="0"/>
              </a:spcBef>
              <a:spcAft>
                <a:spcPts val="0"/>
              </a:spcAft>
              <a:buSzPts val="1000"/>
              <a:buChar char="■"/>
              <a:defRPr/>
            </a:lvl6pPr>
            <a:lvl7pPr indent="-285750" lvl="6" marL="3200400" algn="ctr">
              <a:spcBef>
                <a:spcPts val="0"/>
              </a:spcBef>
              <a:spcAft>
                <a:spcPts val="0"/>
              </a:spcAft>
              <a:buSzPts val="900"/>
              <a:buChar char="●"/>
              <a:defRPr/>
            </a:lvl7pPr>
            <a:lvl8pPr indent="-279400" lvl="7" marL="3657600" algn="ctr">
              <a:spcBef>
                <a:spcPts val="0"/>
              </a:spcBef>
              <a:spcAft>
                <a:spcPts val="0"/>
              </a:spcAft>
              <a:buSzPts val="800"/>
              <a:buChar char="○"/>
              <a:defRPr/>
            </a:lvl8pPr>
            <a:lvl9pPr indent="-273050" lvl="8" marL="4114800" algn="ctr">
              <a:spcBef>
                <a:spcPts val="0"/>
              </a:spcBef>
              <a:spcAft>
                <a:spcPts val="0"/>
              </a:spcAft>
              <a:buSzPts val="7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50" name="Shape 50"/>
        <p:cNvGrpSpPr/>
        <p:nvPr/>
      </p:nvGrpSpPr>
      <p:grpSpPr>
        <a:xfrm>
          <a:off x="0" y="0"/>
          <a:ext cx="0" cy="0"/>
          <a:chOff x="0" y="0"/>
          <a:chExt cx="0" cy="0"/>
        </a:xfrm>
      </p:grpSpPr>
      <p:sp>
        <p:nvSpPr>
          <p:cNvPr id="51" name="Google Shape;51;p1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13"/>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3" name="Google Shape;53;p1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4" name="Google Shape;54;p1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5" name="Google Shape;55;p1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6" name="Google Shape;56;p1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7" name="Google Shape;57;p1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58" name="Google Shape;58;p1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14"/>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2" name="Google Shape;62;p14"/>
          <p:cNvSpPr/>
          <p:nvPr>
            <p:ph idx="2" type="pic"/>
          </p:nvPr>
        </p:nvSpPr>
        <p:spPr>
          <a:xfrm>
            <a:off x="4992024" y="1152775"/>
            <a:ext cx="3840300" cy="3416400"/>
          </a:xfrm>
          <a:prstGeom prst="rect">
            <a:avLst/>
          </a:prstGeom>
          <a:noFill/>
          <a:ln>
            <a:noFill/>
          </a:ln>
        </p:spPr>
      </p:sp>
      <p:sp>
        <p:nvSpPr>
          <p:cNvPr id="63" name="Google Shape;63;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64" name="Shape 64"/>
        <p:cNvGrpSpPr/>
        <p:nvPr/>
      </p:nvGrpSpPr>
      <p:grpSpPr>
        <a:xfrm>
          <a:off x="0" y="0"/>
          <a:ext cx="0" cy="0"/>
          <a:chOff x="0" y="0"/>
          <a:chExt cx="0" cy="0"/>
        </a:xfrm>
      </p:grpSpPr>
      <p:sp>
        <p:nvSpPr>
          <p:cNvPr id="65" name="Google Shape;65;p15"/>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6" name="Google Shape;66;p1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7" name="Google Shape;67;p15"/>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8" name="Google Shape;68;p1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69" name="Google Shape;69;p1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0" name="Google Shape;70;p1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71" name="Shape 71"/>
        <p:cNvGrpSpPr/>
        <p:nvPr/>
      </p:nvGrpSpPr>
      <p:grpSpPr>
        <a:xfrm>
          <a:off x="0" y="0"/>
          <a:ext cx="0" cy="0"/>
          <a:chOff x="0" y="0"/>
          <a:chExt cx="0" cy="0"/>
        </a:xfrm>
      </p:grpSpPr>
      <p:sp>
        <p:nvSpPr>
          <p:cNvPr id="72" name="Google Shape;72;p16"/>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6"/>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4" name="Google Shape;74;p1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5" name="Google Shape;75;p16"/>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SzPts val="1500"/>
              <a:buChar char="●"/>
              <a:defRPr/>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76" name="Google Shape;76;p1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7" name="Google Shape;77;p16"/>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8" name="Google Shape;78;p16"/>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79" name="Google Shape;79;p16"/>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80" name="Shape 80"/>
        <p:cNvGrpSpPr/>
        <p:nvPr/>
      </p:nvGrpSpPr>
      <p:grpSpPr>
        <a:xfrm>
          <a:off x="0" y="0"/>
          <a:ext cx="0" cy="0"/>
          <a:chOff x="0" y="0"/>
          <a:chExt cx="0" cy="0"/>
        </a:xfrm>
      </p:grpSpPr>
      <p:sp>
        <p:nvSpPr>
          <p:cNvPr id="81" name="Google Shape;81;p17"/>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7"/>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3" name="Google Shape;83;p1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4" name="Google Shape;84;p1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5" name="Google Shape;85;p1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1150" lvl="2" marL="1371600">
              <a:spcBef>
                <a:spcPts val="0"/>
              </a:spcBef>
              <a:spcAft>
                <a:spcPts val="0"/>
              </a:spcAft>
              <a:buSzPts val="1300"/>
              <a:buChar char="■"/>
              <a:defRPr/>
            </a:lvl3pPr>
            <a:lvl4pPr indent="-304800" lvl="3" marL="1828800">
              <a:spcBef>
                <a:spcPts val="0"/>
              </a:spcBef>
              <a:spcAft>
                <a:spcPts val="0"/>
              </a:spcAft>
              <a:buSzPts val="1200"/>
              <a:buChar char="●"/>
              <a:defRPr/>
            </a:lvl4pPr>
            <a:lvl5pPr indent="-298450" lvl="4" marL="2286000">
              <a:spcBef>
                <a:spcPts val="0"/>
              </a:spcBef>
              <a:spcAft>
                <a:spcPts val="0"/>
              </a:spcAft>
              <a:buSzPts val="1100"/>
              <a:buChar char="○"/>
              <a:defRPr/>
            </a:lvl5pPr>
            <a:lvl6pPr indent="-292100" lvl="5" marL="2743200">
              <a:spcBef>
                <a:spcPts val="0"/>
              </a:spcBef>
              <a:spcAft>
                <a:spcPts val="0"/>
              </a:spcAft>
              <a:buSzPts val="1000"/>
              <a:buChar char="■"/>
              <a:defRPr/>
            </a:lvl6pPr>
            <a:lvl7pPr indent="-285750" lvl="6" marL="3200400">
              <a:spcBef>
                <a:spcPts val="0"/>
              </a:spcBef>
              <a:spcAft>
                <a:spcPts val="0"/>
              </a:spcAft>
              <a:buSzPts val="900"/>
              <a:buChar char="●"/>
              <a:defRPr/>
            </a:lvl7pPr>
            <a:lvl8pPr indent="-279400" lvl="7" marL="3657600">
              <a:spcBef>
                <a:spcPts val="0"/>
              </a:spcBef>
              <a:spcAft>
                <a:spcPts val="0"/>
              </a:spcAft>
              <a:buSzPts val="800"/>
              <a:buChar char="○"/>
              <a:defRPr/>
            </a:lvl8pPr>
            <a:lvl9pPr indent="-273050" lvl="8" marL="4114800">
              <a:spcBef>
                <a:spcPts val="0"/>
              </a:spcBef>
              <a:spcAft>
                <a:spcPts val="0"/>
              </a:spcAft>
              <a:buSzPts val="700"/>
              <a:buChar char="■"/>
              <a:defRPr/>
            </a:lvl9pPr>
          </a:lstStyle>
          <a:p/>
        </p:txBody>
      </p:sp>
      <p:sp>
        <p:nvSpPr>
          <p:cNvPr id="86" name="Google Shape;86;p1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87" name="Google Shape;87;p1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 name="Google Shape;88;p1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 name="Google Shape;89;p1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0" name="Google Shape;90;p1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18"/>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95" name="Shape 95"/>
        <p:cNvGrpSpPr/>
        <p:nvPr/>
      </p:nvGrpSpPr>
      <p:grpSpPr>
        <a:xfrm>
          <a:off x="0" y="0"/>
          <a:ext cx="0" cy="0"/>
          <a:chOff x="0" y="0"/>
          <a:chExt cx="0" cy="0"/>
        </a:xfrm>
      </p:grpSpPr>
      <p:sp>
        <p:nvSpPr>
          <p:cNvPr id="96" name="Google Shape;96;p19"/>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7" name="Google Shape;97;p19"/>
          <p:cNvSpPr/>
          <p:nvPr>
            <p:ph idx="2" type="pic"/>
          </p:nvPr>
        </p:nvSpPr>
        <p:spPr>
          <a:xfrm>
            <a:off x="4804825" y="1133300"/>
            <a:ext cx="4027500" cy="2392800"/>
          </a:xfrm>
          <a:prstGeom prst="rect">
            <a:avLst/>
          </a:prstGeom>
          <a:noFill/>
          <a:ln>
            <a:noFill/>
          </a:ln>
        </p:spPr>
      </p:sp>
      <p:sp>
        <p:nvSpPr>
          <p:cNvPr id="98" name="Google Shape;98;p19"/>
          <p:cNvSpPr/>
          <p:nvPr>
            <p:ph idx="3" type="pic"/>
          </p:nvPr>
        </p:nvSpPr>
        <p:spPr>
          <a:xfrm>
            <a:off x="311725" y="1133300"/>
            <a:ext cx="4027500" cy="2392800"/>
          </a:xfrm>
          <a:prstGeom prst="rect">
            <a:avLst/>
          </a:prstGeom>
          <a:noFill/>
          <a:ln>
            <a:noFill/>
          </a:ln>
        </p:spPr>
      </p:sp>
      <p:sp>
        <p:nvSpPr>
          <p:cNvPr id="99" name="Google Shape;99;p1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3" name="Google Shape;103;p1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04" name="Shape 104"/>
        <p:cNvGrpSpPr/>
        <p:nvPr/>
      </p:nvGrpSpPr>
      <p:grpSpPr>
        <a:xfrm>
          <a:off x="0" y="0"/>
          <a:ext cx="0" cy="0"/>
          <a:chOff x="0" y="0"/>
          <a:chExt cx="0" cy="0"/>
        </a:xfrm>
      </p:grpSpPr>
      <p:sp>
        <p:nvSpPr>
          <p:cNvPr id="105" name="Google Shape;105;p20"/>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20"/>
          <p:cNvSpPr/>
          <p:nvPr>
            <p:ph idx="2" type="pic"/>
          </p:nvPr>
        </p:nvSpPr>
        <p:spPr>
          <a:xfrm>
            <a:off x="6205225" y="1128325"/>
            <a:ext cx="2627100" cy="2273100"/>
          </a:xfrm>
          <a:prstGeom prst="rect">
            <a:avLst/>
          </a:prstGeom>
          <a:noFill/>
          <a:ln>
            <a:noFill/>
          </a:ln>
        </p:spPr>
      </p:sp>
      <p:sp>
        <p:nvSpPr>
          <p:cNvPr id="107" name="Google Shape;107;p20"/>
          <p:cNvSpPr/>
          <p:nvPr>
            <p:ph idx="3" type="pic"/>
          </p:nvPr>
        </p:nvSpPr>
        <p:spPr>
          <a:xfrm>
            <a:off x="311725" y="1128325"/>
            <a:ext cx="2627100" cy="2273100"/>
          </a:xfrm>
          <a:prstGeom prst="rect">
            <a:avLst/>
          </a:prstGeom>
          <a:noFill/>
          <a:ln>
            <a:noFill/>
          </a:ln>
        </p:spPr>
      </p:sp>
      <p:sp>
        <p:nvSpPr>
          <p:cNvPr id="108" name="Google Shape;108;p2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9" name="Google Shape;109;p20"/>
          <p:cNvSpPr/>
          <p:nvPr>
            <p:ph idx="5" type="pic"/>
          </p:nvPr>
        </p:nvSpPr>
        <p:spPr>
          <a:xfrm>
            <a:off x="3255250" y="1128325"/>
            <a:ext cx="2627100" cy="2273100"/>
          </a:xfrm>
          <a:prstGeom prst="rect">
            <a:avLst/>
          </a:prstGeom>
          <a:noFill/>
          <a:ln>
            <a:noFill/>
          </a:ln>
        </p:spPr>
      </p:sp>
      <p:sp>
        <p:nvSpPr>
          <p:cNvPr id="110" name="Google Shape;110;p2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1" name="Google Shape;111;p20"/>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2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4" name="Google Shape;114;p2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5" name="Google Shape;115;p2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16" name="Shape 116"/>
        <p:cNvGrpSpPr/>
        <p:nvPr/>
      </p:nvGrpSpPr>
      <p:grpSpPr>
        <a:xfrm>
          <a:off x="0" y="0"/>
          <a:ext cx="0" cy="0"/>
          <a:chOff x="0" y="0"/>
          <a:chExt cx="0" cy="0"/>
        </a:xfrm>
      </p:grpSpPr>
      <p:sp>
        <p:nvSpPr>
          <p:cNvPr id="117" name="Google Shape;117;p21"/>
          <p:cNvSpPr/>
          <p:nvPr>
            <p:ph idx="2" type="pic"/>
          </p:nvPr>
        </p:nvSpPr>
        <p:spPr>
          <a:xfrm>
            <a:off x="311700" y="445025"/>
            <a:ext cx="8520600" cy="4218300"/>
          </a:xfrm>
          <a:prstGeom prst="rect">
            <a:avLst/>
          </a:prstGeom>
          <a:noFill/>
          <a:ln>
            <a:noFill/>
          </a:ln>
        </p:spPr>
      </p:sp>
      <p:sp>
        <p:nvSpPr>
          <p:cNvPr id="118" name="Google Shape;118;p21"/>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p:nvPr>
            <p:ph idx="2" type="pic"/>
          </p:nvPr>
        </p:nvSpPr>
        <p:spPr>
          <a:xfrm>
            <a:off x="3389600" y="118913"/>
            <a:ext cx="1643700" cy="1535100"/>
          </a:xfrm>
          <a:prstGeom prst="rect">
            <a:avLst/>
          </a:prstGeom>
          <a:noFill/>
          <a:ln>
            <a:noFill/>
          </a:ln>
        </p:spPr>
      </p:sp>
      <p:sp>
        <p:nvSpPr>
          <p:cNvPr id="122" name="Google Shape;122;p22"/>
          <p:cNvSpPr/>
          <p:nvPr>
            <p:ph idx="3" type="pic"/>
          </p:nvPr>
        </p:nvSpPr>
        <p:spPr>
          <a:xfrm>
            <a:off x="5195935" y="118913"/>
            <a:ext cx="1643700" cy="1535100"/>
          </a:xfrm>
          <a:prstGeom prst="rect">
            <a:avLst/>
          </a:prstGeom>
          <a:noFill/>
          <a:ln>
            <a:noFill/>
          </a:ln>
        </p:spPr>
      </p:sp>
      <p:sp>
        <p:nvSpPr>
          <p:cNvPr id="123" name="Google Shape;123;p22"/>
          <p:cNvSpPr/>
          <p:nvPr>
            <p:ph idx="4" type="pic"/>
          </p:nvPr>
        </p:nvSpPr>
        <p:spPr>
          <a:xfrm>
            <a:off x="7002270" y="118913"/>
            <a:ext cx="1643700" cy="1535100"/>
          </a:xfrm>
          <a:prstGeom prst="rect">
            <a:avLst/>
          </a:prstGeom>
          <a:noFill/>
          <a:ln>
            <a:noFill/>
          </a:ln>
        </p:spPr>
      </p:sp>
      <p:sp>
        <p:nvSpPr>
          <p:cNvPr id="124" name="Google Shape;124;p22"/>
          <p:cNvSpPr/>
          <p:nvPr>
            <p:ph idx="5" type="pic"/>
          </p:nvPr>
        </p:nvSpPr>
        <p:spPr>
          <a:xfrm>
            <a:off x="3389588" y="1804212"/>
            <a:ext cx="1643700" cy="1535100"/>
          </a:xfrm>
          <a:prstGeom prst="rect">
            <a:avLst/>
          </a:prstGeom>
          <a:noFill/>
          <a:ln>
            <a:noFill/>
          </a:ln>
        </p:spPr>
      </p:sp>
      <p:sp>
        <p:nvSpPr>
          <p:cNvPr id="125" name="Google Shape;125;p22"/>
          <p:cNvSpPr/>
          <p:nvPr>
            <p:ph idx="6" type="pic"/>
          </p:nvPr>
        </p:nvSpPr>
        <p:spPr>
          <a:xfrm>
            <a:off x="5195922" y="1804212"/>
            <a:ext cx="1643700" cy="1535100"/>
          </a:xfrm>
          <a:prstGeom prst="rect">
            <a:avLst/>
          </a:prstGeom>
          <a:noFill/>
          <a:ln>
            <a:noFill/>
          </a:ln>
        </p:spPr>
      </p:sp>
      <p:sp>
        <p:nvSpPr>
          <p:cNvPr id="126" name="Google Shape;126;p22"/>
          <p:cNvSpPr/>
          <p:nvPr>
            <p:ph idx="7" type="pic"/>
          </p:nvPr>
        </p:nvSpPr>
        <p:spPr>
          <a:xfrm>
            <a:off x="7002257" y="1804212"/>
            <a:ext cx="1643700" cy="1535100"/>
          </a:xfrm>
          <a:prstGeom prst="rect">
            <a:avLst/>
          </a:prstGeom>
          <a:noFill/>
          <a:ln>
            <a:noFill/>
          </a:ln>
        </p:spPr>
      </p:sp>
      <p:sp>
        <p:nvSpPr>
          <p:cNvPr id="127" name="Google Shape;127;p2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 name="Google Shape;128;p22"/>
          <p:cNvSpPr/>
          <p:nvPr>
            <p:ph idx="8" type="pic"/>
          </p:nvPr>
        </p:nvSpPr>
        <p:spPr>
          <a:xfrm>
            <a:off x="3389588" y="3489487"/>
            <a:ext cx="1643700" cy="1535100"/>
          </a:xfrm>
          <a:prstGeom prst="rect">
            <a:avLst/>
          </a:prstGeom>
          <a:noFill/>
          <a:ln>
            <a:noFill/>
          </a:ln>
        </p:spPr>
      </p:sp>
      <p:sp>
        <p:nvSpPr>
          <p:cNvPr id="129" name="Google Shape;129;p22"/>
          <p:cNvSpPr/>
          <p:nvPr>
            <p:ph idx="9" type="pic"/>
          </p:nvPr>
        </p:nvSpPr>
        <p:spPr>
          <a:xfrm>
            <a:off x="5195922" y="3489487"/>
            <a:ext cx="1643700" cy="1535100"/>
          </a:xfrm>
          <a:prstGeom prst="rect">
            <a:avLst/>
          </a:prstGeom>
          <a:noFill/>
          <a:ln>
            <a:noFill/>
          </a:ln>
        </p:spPr>
      </p:sp>
      <p:sp>
        <p:nvSpPr>
          <p:cNvPr id="130" name="Google Shape;130;p2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BLANK_1">
    <p:spTree>
      <p:nvGrpSpPr>
        <p:cNvPr id="131" name="Shape 131"/>
        <p:cNvGrpSpPr/>
        <p:nvPr/>
      </p:nvGrpSpPr>
      <p:grpSpPr>
        <a:xfrm>
          <a:off x="0" y="0"/>
          <a:ext cx="0" cy="0"/>
          <a:chOff x="0" y="0"/>
          <a:chExt cx="0" cy="0"/>
        </a:xfrm>
      </p:grpSpPr>
      <p:sp>
        <p:nvSpPr>
          <p:cNvPr id="132" name="Google Shape;132;p2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133" name="Google Shape;133;p2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4"/>
              </a:buClr>
              <a:buSzPts val="12800"/>
              <a:buNone/>
              <a:defRPr sz="12800">
                <a:solidFill>
                  <a:schemeClr val="accent4"/>
                </a:solidFill>
              </a:defRPr>
            </a:lvl1pPr>
            <a:lvl2pPr lvl="1"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2pPr>
            <a:lvl3pPr lvl="2"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3pPr>
            <a:lvl4pPr lvl="3"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4pPr>
            <a:lvl5pPr lvl="4"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5pPr>
            <a:lvl6pPr lvl="5"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6pPr>
            <a:lvl7pPr lvl="6"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7pPr>
            <a:lvl8pPr lvl="7"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8pPr>
            <a:lvl9pPr lvl="8" algn="ctr">
              <a:spcBef>
                <a:spcPts val="0"/>
              </a:spcBef>
              <a:spcAft>
                <a:spcPts val="0"/>
              </a:spcAft>
              <a:buClr>
                <a:schemeClr val="accent3"/>
              </a:buClr>
              <a:buSzPts val="12800"/>
              <a:buNone/>
              <a:defRPr sz="12800">
                <a:solidFill>
                  <a:schemeClr val="accent3"/>
                </a:solidFill>
                <a:latin typeface="Barlow Light"/>
                <a:ea typeface="Barlow Light"/>
                <a:cs typeface="Barlow Light"/>
                <a:sym typeface="Barlow Light"/>
              </a:defRPr>
            </a:lvl9pPr>
          </a:lstStyle>
          <a:p/>
        </p:txBody>
      </p:sp>
      <p:sp>
        <p:nvSpPr>
          <p:cNvPr id="134" name="Google Shape;134;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7">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secHead">
  <p:cSld name="SECTION_HEADER">
    <p:spTree>
      <p:nvGrpSpPr>
        <p:cNvPr id="135" name="Shape 135"/>
        <p:cNvGrpSpPr/>
        <p:nvPr/>
      </p:nvGrpSpPr>
      <p:grpSpPr>
        <a:xfrm>
          <a:off x="0" y="0"/>
          <a:ext cx="0" cy="0"/>
          <a:chOff x="0" y="0"/>
          <a:chExt cx="0" cy="0"/>
        </a:xfrm>
      </p:grpSpPr>
      <p:sp>
        <p:nvSpPr>
          <p:cNvPr id="136" name="Google Shape;136;p24"/>
          <p:cNvSpPr txBox="1"/>
          <p:nvPr>
            <p:ph type="title"/>
          </p:nvPr>
        </p:nvSpPr>
        <p:spPr>
          <a:xfrm>
            <a:off x="632850" y="1124700"/>
            <a:ext cx="7878300" cy="1741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5400"/>
              <a:buFont typeface="Hepta Slab"/>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24"/>
          <p:cNvSpPr txBox="1"/>
          <p:nvPr>
            <p:ph idx="1" type="body"/>
          </p:nvPr>
        </p:nvSpPr>
        <p:spPr>
          <a:xfrm>
            <a:off x="4064100" y="4335200"/>
            <a:ext cx="1015800" cy="266100"/>
          </a:xfrm>
          <a:prstGeom prst="rect">
            <a:avLst/>
          </a:prstGeom>
          <a:ln cap="flat" cmpd="sng" w="9525">
            <a:solidFill>
              <a:schemeClr val="dk1"/>
            </a:solidFill>
            <a:prstDash val="solid"/>
            <a:round/>
            <a:headEnd len="sm" w="sm" type="none"/>
            <a:tailEnd len="sm" w="sm" type="none"/>
          </a:ln>
        </p:spPr>
        <p:txBody>
          <a:bodyPr anchorCtr="0" anchor="ctr" bIns="0" lIns="0" spcFirstLastPara="1" rIns="0" wrap="square" tIns="0">
            <a:no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138" name="Google Shape;138;p24"/>
          <p:cNvSpPr txBox="1"/>
          <p:nvPr>
            <p:ph idx="2" type="subTitle"/>
          </p:nvPr>
        </p:nvSpPr>
        <p:spPr>
          <a:xfrm>
            <a:off x="2857500" y="2902000"/>
            <a:ext cx="3765600" cy="9348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None/>
              <a:defRPr sz="2600">
                <a:solidFill>
                  <a:schemeClr val="dk2"/>
                </a:solidFill>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39" name="Google Shape;139;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Content" type="tx">
  <p:cSld name="TITLE_AND_BODY">
    <p:bg>
      <p:bgPr>
        <a:solidFill>
          <a:schemeClr val="accent4"/>
        </a:solidFill>
      </p:bgPr>
    </p:bg>
    <p:spTree>
      <p:nvGrpSpPr>
        <p:cNvPr id="140" name="Shape 140"/>
        <p:cNvGrpSpPr/>
        <p:nvPr/>
      </p:nvGrpSpPr>
      <p:grpSpPr>
        <a:xfrm>
          <a:off x="0" y="0"/>
          <a:ext cx="0" cy="0"/>
          <a:chOff x="0" y="0"/>
          <a:chExt cx="0" cy="0"/>
        </a:xfrm>
      </p:grpSpPr>
      <p:sp>
        <p:nvSpPr>
          <p:cNvPr id="141" name="Google Shape;141;p25"/>
          <p:cNvSpPr txBox="1"/>
          <p:nvPr>
            <p:ph idx="1" type="subTitle"/>
          </p:nvPr>
        </p:nvSpPr>
        <p:spPr>
          <a:xfrm>
            <a:off x="475075" y="309225"/>
            <a:ext cx="3655200" cy="35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2pPr>
            <a:lvl3pPr lvl="2">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3pPr>
            <a:lvl4pPr lvl="3">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4pPr>
            <a:lvl5pPr lvl="4">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5pPr>
            <a:lvl6pPr lvl="5">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6pPr>
            <a:lvl7pPr lvl="6">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7pPr>
            <a:lvl8pPr lvl="7">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8pPr>
            <a:lvl9pPr lvl="8">
              <a:spcBef>
                <a:spcPts val="0"/>
              </a:spcBef>
              <a:spcAft>
                <a:spcPts val="0"/>
              </a:spcAft>
              <a:buClr>
                <a:schemeClr val="accent3"/>
              </a:buClr>
              <a:buSzPts val="1400"/>
              <a:buNone/>
              <a:defRPr>
                <a:solidFill>
                  <a:schemeClr val="accent3"/>
                </a:solidFill>
                <a:latin typeface="Barlow Light"/>
                <a:ea typeface="Barlow Light"/>
                <a:cs typeface="Barlow Light"/>
                <a:sym typeface="Barlow Light"/>
              </a:defRPr>
            </a:lvl9pPr>
          </a:lstStyle>
          <a:p/>
        </p:txBody>
      </p:sp>
      <p:sp>
        <p:nvSpPr>
          <p:cNvPr id="142" name="Google Shape;142;p25"/>
          <p:cNvSpPr txBox="1"/>
          <p:nvPr>
            <p:ph idx="2" type="body"/>
          </p:nvPr>
        </p:nvSpPr>
        <p:spPr>
          <a:xfrm>
            <a:off x="711097"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3" name="Google Shape;143;p25"/>
          <p:cNvSpPr txBox="1"/>
          <p:nvPr>
            <p:ph idx="3" type="subTitle"/>
          </p:nvPr>
        </p:nvSpPr>
        <p:spPr>
          <a:xfrm>
            <a:off x="1699221"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4" name="Google Shape;144;p25"/>
          <p:cNvSpPr txBox="1"/>
          <p:nvPr>
            <p:ph idx="4" type="body"/>
          </p:nvPr>
        </p:nvSpPr>
        <p:spPr>
          <a:xfrm>
            <a:off x="2285797"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5" name="Google Shape;145;p25"/>
          <p:cNvSpPr txBox="1"/>
          <p:nvPr>
            <p:ph idx="5" type="body"/>
          </p:nvPr>
        </p:nvSpPr>
        <p:spPr>
          <a:xfrm>
            <a:off x="711097"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6" name="Google Shape;146;p25"/>
          <p:cNvSpPr txBox="1"/>
          <p:nvPr>
            <p:ph idx="6" type="subTitle"/>
          </p:nvPr>
        </p:nvSpPr>
        <p:spPr>
          <a:xfrm>
            <a:off x="1699221"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47" name="Google Shape;147;p25"/>
          <p:cNvSpPr txBox="1"/>
          <p:nvPr>
            <p:ph idx="7" type="body"/>
          </p:nvPr>
        </p:nvSpPr>
        <p:spPr>
          <a:xfrm>
            <a:off x="2285797"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48" name="Google Shape;148;p25"/>
          <p:cNvSpPr txBox="1"/>
          <p:nvPr>
            <p:ph idx="8" type="body"/>
          </p:nvPr>
        </p:nvSpPr>
        <p:spPr>
          <a:xfrm>
            <a:off x="711097"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49" name="Google Shape;149;p25"/>
          <p:cNvSpPr txBox="1"/>
          <p:nvPr>
            <p:ph idx="9" type="subTitle"/>
          </p:nvPr>
        </p:nvSpPr>
        <p:spPr>
          <a:xfrm>
            <a:off x="1699221"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0" name="Google Shape;150;p25"/>
          <p:cNvSpPr txBox="1"/>
          <p:nvPr>
            <p:ph idx="13" type="body"/>
          </p:nvPr>
        </p:nvSpPr>
        <p:spPr>
          <a:xfrm>
            <a:off x="2285797"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1" name="Google Shape;151;p25"/>
          <p:cNvSpPr txBox="1"/>
          <p:nvPr>
            <p:ph idx="14" type="body"/>
          </p:nvPr>
        </p:nvSpPr>
        <p:spPr>
          <a:xfrm>
            <a:off x="4746581" y="980554"/>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2" name="Google Shape;152;p25"/>
          <p:cNvSpPr txBox="1"/>
          <p:nvPr>
            <p:ph idx="15" type="subTitle"/>
          </p:nvPr>
        </p:nvSpPr>
        <p:spPr>
          <a:xfrm>
            <a:off x="5734705" y="980279"/>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3" name="Google Shape;153;p25"/>
          <p:cNvSpPr txBox="1"/>
          <p:nvPr>
            <p:ph idx="16" type="body"/>
          </p:nvPr>
        </p:nvSpPr>
        <p:spPr>
          <a:xfrm>
            <a:off x="6321281" y="1226054"/>
            <a:ext cx="1775700" cy="11085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4" name="Google Shape;154;p25"/>
          <p:cNvSpPr txBox="1"/>
          <p:nvPr>
            <p:ph idx="17" type="body"/>
          </p:nvPr>
        </p:nvSpPr>
        <p:spPr>
          <a:xfrm>
            <a:off x="4746581" y="2222666"/>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5" name="Google Shape;155;p25"/>
          <p:cNvSpPr txBox="1"/>
          <p:nvPr>
            <p:ph idx="18" type="subTitle"/>
          </p:nvPr>
        </p:nvSpPr>
        <p:spPr>
          <a:xfrm>
            <a:off x="5734705" y="2222391"/>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6" name="Google Shape;156;p25"/>
          <p:cNvSpPr txBox="1"/>
          <p:nvPr>
            <p:ph idx="19" type="body"/>
          </p:nvPr>
        </p:nvSpPr>
        <p:spPr>
          <a:xfrm>
            <a:off x="6321281" y="2468166"/>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57" name="Google Shape;157;p25"/>
          <p:cNvSpPr txBox="1"/>
          <p:nvPr>
            <p:ph idx="20" type="body"/>
          </p:nvPr>
        </p:nvSpPr>
        <p:spPr>
          <a:xfrm>
            <a:off x="4746581" y="3219093"/>
            <a:ext cx="926100" cy="474000"/>
          </a:xfrm>
          <a:prstGeom prst="rect">
            <a:avLst/>
          </a:prstGeom>
        </p:spPr>
        <p:txBody>
          <a:bodyPr anchorCtr="0" anchor="t" bIns="91425" lIns="91425" spcFirstLastPara="1" rIns="91425" wrap="square" tIns="91425">
            <a:noAutofit/>
          </a:bodyPr>
          <a:lstStyle>
            <a:lvl1pPr indent="-406400" lvl="0" marL="457200" algn="r">
              <a:lnSpc>
                <a:spcPct val="80000"/>
              </a:lnSpc>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317500" lvl="1" marL="914400">
              <a:lnSpc>
                <a:spcPct val="80000"/>
              </a:lnSpc>
              <a:spcBef>
                <a:spcPts val="0"/>
              </a:spcBef>
              <a:spcAft>
                <a:spcPts val="0"/>
              </a:spcAft>
              <a:buClr>
                <a:schemeClr val="accent3"/>
              </a:buClr>
              <a:buSzPts val="1400"/>
              <a:buFont typeface="Barlow ExtraLight"/>
              <a:buChar char="○"/>
              <a:defRPr>
                <a:solidFill>
                  <a:schemeClr val="accent3"/>
                </a:solidFill>
                <a:latin typeface="Barlow ExtraLight"/>
                <a:ea typeface="Barlow ExtraLight"/>
                <a:cs typeface="Barlow ExtraLight"/>
                <a:sym typeface="Barlow ExtraLight"/>
              </a:defRPr>
            </a:lvl2pPr>
            <a:lvl3pPr indent="-311150" lvl="2" marL="1371600">
              <a:lnSpc>
                <a:spcPct val="80000"/>
              </a:lnSpc>
              <a:spcBef>
                <a:spcPts val="0"/>
              </a:spcBef>
              <a:spcAft>
                <a:spcPts val="0"/>
              </a:spcAft>
              <a:buClr>
                <a:schemeClr val="accent3"/>
              </a:buClr>
              <a:buSzPts val="1300"/>
              <a:buFont typeface="Barlow ExtraLight"/>
              <a:buChar char="■"/>
              <a:defRPr>
                <a:solidFill>
                  <a:schemeClr val="accent3"/>
                </a:solidFill>
                <a:latin typeface="Barlow ExtraLight"/>
                <a:ea typeface="Barlow ExtraLight"/>
                <a:cs typeface="Barlow ExtraLight"/>
                <a:sym typeface="Barlow ExtraLight"/>
              </a:defRPr>
            </a:lvl3pPr>
            <a:lvl4pPr indent="-304800" lvl="3" marL="1828800">
              <a:lnSpc>
                <a:spcPct val="80000"/>
              </a:lnSpc>
              <a:spcBef>
                <a:spcPts val="0"/>
              </a:spcBef>
              <a:spcAft>
                <a:spcPts val="0"/>
              </a:spcAft>
              <a:buClr>
                <a:schemeClr val="accent3"/>
              </a:buClr>
              <a:buSzPts val="1200"/>
              <a:buFont typeface="Barlow ExtraLight"/>
              <a:buChar char="●"/>
              <a:defRPr>
                <a:solidFill>
                  <a:schemeClr val="accent3"/>
                </a:solidFill>
                <a:latin typeface="Barlow ExtraLight"/>
                <a:ea typeface="Barlow ExtraLight"/>
                <a:cs typeface="Barlow ExtraLight"/>
                <a:sym typeface="Barlow ExtraLight"/>
              </a:defRPr>
            </a:lvl4pPr>
            <a:lvl5pPr indent="-298450" lvl="4" marL="2286000">
              <a:lnSpc>
                <a:spcPct val="80000"/>
              </a:lnSpc>
              <a:spcBef>
                <a:spcPts val="0"/>
              </a:spcBef>
              <a:spcAft>
                <a:spcPts val="0"/>
              </a:spcAft>
              <a:buClr>
                <a:schemeClr val="accent3"/>
              </a:buClr>
              <a:buSzPts val="1100"/>
              <a:buFont typeface="Barlow ExtraLight"/>
              <a:buChar char="○"/>
              <a:defRPr>
                <a:solidFill>
                  <a:schemeClr val="accent3"/>
                </a:solidFill>
                <a:latin typeface="Barlow ExtraLight"/>
                <a:ea typeface="Barlow ExtraLight"/>
                <a:cs typeface="Barlow ExtraLight"/>
                <a:sym typeface="Barlow ExtraLight"/>
              </a:defRPr>
            </a:lvl5pPr>
            <a:lvl6pPr indent="-292100" lvl="5" marL="2743200">
              <a:lnSpc>
                <a:spcPct val="80000"/>
              </a:lnSpc>
              <a:spcBef>
                <a:spcPts val="0"/>
              </a:spcBef>
              <a:spcAft>
                <a:spcPts val="0"/>
              </a:spcAft>
              <a:buClr>
                <a:schemeClr val="accent3"/>
              </a:buClr>
              <a:buSzPts val="1000"/>
              <a:buFont typeface="Barlow ExtraLight"/>
              <a:buChar char="■"/>
              <a:defRPr>
                <a:solidFill>
                  <a:schemeClr val="accent3"/>
                </a:solidFill>
                <a:latin typeface="Barlow ExtraLight"/>
                <a:ea typeface="Barlow ExtraLight"/>
                <a:cs typeface="Barlow ExtraLight"/>
                <a:sym typeface="Barlow ExtraLight"/>
              </a:defRPr>
            </a:lvl6pPr>
            <a:lvl7pPr indent="-285750" lvl="6" marL="3200400">
              <a:lnSpc>
                <a:spcPct val="80000"/>
              </a:lnSpc>
              <a:spcBef>
                <a:spcPts val="0"/>
              </a:spcBef>
              <a:spcAft>
                <a:spcPts val="0"/>
              </a:spcAft>
              <a:buClr>
                <a:schemeClr val="accent3"/>
              </a:buClr>
              <a:buSzPts val="900"/>
              <a:buFont typeface="Barlow ExtraLight"/>
              <a:buChar char="●"/>
              <a:defRPr>
                <a:solidFill>
                  <a:schemeClr val="accent3"/>
                </a:solidFill>
                <a:latin typeface="Barlow ExtraLight"/>
                <a:ea typeface="Barlow ExtraLight"/>
                <a:cs typeface="Barlow ExtraLight"/>
                <a:sym typeface="Barlow ExtraLight"/>
              </a:defRPr>
            </a:lvl7pPr>
            <a:lvl8pPr indent="-279400" lvl="7" marL="3657600">
              <a:lnSpc>
                <a:spcPct val="80000"/>
              </a:lnSpc>
              <a:spcBef>
                <a:spcPts val="0"/>
              </a:spcBef>
              <a:spcAft>
                <a:spcPts val="0"/>
              </a:spcAft>
              <a:buClr>
                <a:schemeClr val="accent3"/>
              </a:buClr>
              <a:buSzPts val="800"/>
              <a:buFont typeface="Barlow ExtraLight"/>
              <a:buChar char="○"/>
              <a:defRPr>
                <a:solidFill>
                  <a:schemeClr val="accent3"/>
                </a:solidFill>
                <a:latin typeface="Barlow ExtraLight"/>
                <a:ea typeface="Barlow ExtraLight"/>
                <a:cs typeface="Barlow ExtraLight"/>
                <a:sym typeface="Barlow ExtraLight"/>
              </a:defRPr>
            </a:lvl8pPr>
            <a:lvl9pPr indent="-273050" lvl="8" marL="4114800">
              <a:lnSpc>
                <a:spcPct val="80000"/>
              </a:lnSpc>
              <a:spcBef>
                <a:spcPts val="0"/>
              </a:spcBef>
              <a:spcAft>
                <a:spcPts val="0"/>
              </a:spcAft>
              <a:buClr>
                <a:schemeClr val="accent3"/>
              </a:buClr>
              <a:buSzPts val="700"/>
              <a:buFont typeface="Barlow ExtraLight"/>
              <a:buChar char="■"/>
              <a:defRPr>
                <a:solidFill>
                  <a:schemeClr val="accent3"/>
                </a:solidFill>
                <a:latin typeface="Barlow ExtraLight"/>
                <a:ea typeface="Barlow ExtraLight"/>
                <a:cs typeface="Barlow ExtraLight"/>
                <a:sym typeface="Barlow ExtraLight"/>
              </a:defRPr>
            </a:lvl9pPr>
          </a:lstStyle>
          <a:p/>
        </p:txBody>
      </p:sp>
      <p:sp>
        <p:nvSpPr>
          <p:cNvPr id="158" name="Google Shape;158;p25"/>
          <p:cNvSpPr txBox="1"/>
          <p:nvPr>
            <p:ph idx="21" type="subTitle"/>
          </p:nvPr>
        </p:nvSpPr>
        <p:spPr>
          <a:xfrm>
            <a:off x="5734705" y="3218818"/>
            <a:ext cx="2362200" cy="474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159" name="Google Shape;159;p25"/>
          <p:cNvSpPr txBox="1"/>
          <p:nvPr>
            <p:ph idx="22" type="body"/>
          </p:nvPr>
        </p:nvSpPr>
        <p:spPr>
          <a:xfrm>
            <a:off x="6321281" y="3464593"/>
            <a:ext cx="1775700" cy="8430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0" name="Google Shape;160;p2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60">
          <p15:clr>
            <a:srgbClr val="E46962"/>
          </p15:clr>
        </p15:guide>
        <p15:guide id="3" orient="horz" pos="1048">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Image" type="twoColTx">
  <p:cSld name="TITLE_AND_TWO_COLUMNS">
    <p:bg>
      <p:bgPr>
        <a:solidFill>
          <a:schemeClr val="dk1"/>
        </a:solidFill>
      </p:bgPr>
    </p:bg>
    <p:spTree>
      <p:nvGrpSpPr>
        <p:cNvPr id="161" name="Shape 161"/>
        <p:cNvGrpSpPr/>
        <p:nvPr/>
      </p:nvGrpSpPr>
      <p:grpSpPr>
        <a:xfrm>
          <a:off x="0" y="0"/>
          <a:ext cx="0" cy="0"/>
          <a:chOff x="0" y="0"/>
          <a:chExt cx="0" cy="0"/>
        </a:xfrm>
      </p:grpSpPr>
      <p:sp>
        <p:nvSpPr>
          <p:cNvPr id="162" name="Google Shape;162;p26"/>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6"/>
          <p:cNvSpPr txBox="1"/>
          <p:nvPr/>
        </p:nvSpPr>
        <p:spPr>
          <a:xfrm>
            <a:off x="6262625" y="1205946"/>
            <a:ext cx="2155500" cy="3231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i="1" lang="en" sz="700">
                <a:solidFill>
                  <a:schemeClr val="lt1"/>
                </a:solidFill>
                <a:latin typeface="Barlow Medium"/>
                <a:ea typeface="Barlow Medium"/>
                <a:cs typeface="Barlow Medium"/>
                <a:sym typeface="Barlow Medium"/>
              </a:rPr>
              <a:t>Lorem ipsum dolor sit amet, consectetur adipiscing elit.</a:t>
            </a:r>
            <a:endParaRPr i="1" sz="700">
              <a:solidFill>
                <a:schemeClr val="lt1"/>
              </a:solidFill>
              <a:latin typeface="Barlow Medium"/>
              <a:ea typeface="Barlow Medium"/>
              <a:cs typeface="Barlow Medium"/>
              <a:sym typeface="Barlow Medium"/>
            </a:endParaRPr>
          </a:p>
        </p:txBody>
      </p:sp>
      <p:sp>
        <p:nvSpPr>
          <p:cNvPr id="164" name="Google Shape;164;p26"/>
          <p:cNvSpPr/>
          <p:nvPr>
            <p:ph idx="2" type="pic"/>
          </p:nvPr>
        </p:nvSpPr>
        <p:spPr>
          <a:xfrm>
            <a:off x="3915225" y="1631250"/>
            <a:ext cx="4441200" cy="3009900"/>
          </a:xfrm>
          <a:prstGeom prst="roundRect">
            <a:avLst>
              <a:gd fmla="val 16667" name="adj"/>
            </a:avLst>
          </a:prstGeom>
          <a:noFill/>
          <a:ln>
            <a:noFill/>
          </a:ln>
        </p:spPr>
      </p:sp>
      <p:sp>
        <p:nvSpPr>
          <p:cNvPr id="165" name="Google Shape;165;p26"/>
          <p:cNvSpPr txBox="1"/>
          <p:nvPr>
            <p:ph idx="1" type="body"/>
          </p:nvPr>
        </p:nvSpPr>
        <p:spPr>
          <a:xfrm>
            <a:off x="791150" y="1835400"/>
            <a:ext cx="2094000" cy="8466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66" name="Google Shape;166;p26"/>
          <p:cNvSpPr txBox="1"/>
          <p:nvPr>
            <p:ph idx="3" type="subTitle"/>
          </p:nvPr>
        </p:nvSpPr>
        <p:spPr>
          <a:xfrm>
            <a:off x="791150" y="522625"/>
            <a:ext cx="3918300" cy="100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67" name="Google Shape;167;p2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AND_TWO_COLUMNS_1">
    <p:bg>
      <p:bgPr>
        <a:solidFill>
          <a:schemeClr val="dk1"/>
        </a:solidFill>
      </p:bgPr>
    </p:bg>
    <p:spTree>
      <p:nvGrpSpPr>
        <p:cNvPr id="168" name="Shape 168"/>
        <p:cNvGrpSpPr/>
        <p:nvPr/>
      </p:nvGrpSpPr>
      <p:grpSpPr>
        <a:xfrm>
          <a:off x="0" y="0"/>
          <a:ext cx="0" cy="0"/>
          <a:chOff x="0" y="0"/>
          <a:chExt cx="0" cy="0"/>
        </a:xfrm>
      </p:grpSpPr>
      <p:sp>
        <p:nvSpPr>
          <p:cNvPr id="169" name="Google Shape;169;p27"/>
          <p:cNvSpPr/>
          <p:nvPr/>
        </p:nvSpPr>
        <p:spPr>
          <a:xfrm>
            <a:off x="0" y="0"/>
            <a:ext cx="9144000" cy="1631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txBox="1"/>
          <p:nvPr>
            <p:ph idx="1" type="subTitle"/>
          </p:nvPr>
        </p:nvSpPr>
        <p:spPr>
          <a:xfrm>
            <a:off x="791150" y="522625"/>
            <a:ext cx="5173200" cy="9765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3600"/>
              <a:buFont typeface="Hepta Slab Medium"/>
              <a:buNone/>
              <a:defRPr sz="3600">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71" name="Google Shape;171;p27"/>
          <p:cNvSpPr txBox="1"/>
          <p:nvPr>
            <p:ph idx="2" type="body"/>
          </p:nvPr>
        </p:nvSpPr>
        <p:spPr>
          <a:xfrm>
            <a:off x="685450"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2" name="Google Shape;172;p27"/>
          <p:cNvSpPr txBox="1"/>
          <p:nvPr>
            <p:ph idx="3" type="body"/>
          </p:nvPr>
        </p:nvSpPr>
        <p:spPr>
          <a:xfrm>
            <a:off x="4601077" y="2180950"/>
            <a:ext cx="3579600" cy="2385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Char char="●"/>
              <a:defRPr sz="1100">
                <a:solidFill>
                  <a:schemeClr val="lt1"/>
                </a:solidFill>
              </a:defRPr>
            </a:lvl1pPr>
            <a:lvl2pPr indent="-298450" lvl="1" marL="914400">
              <a:spcBef>
                <a:spcPts val="0"/>
              </a:spcBef>
              <a:spcAft>
                <a:spcPts val="0"/>
              </a:spcAft>
              <a:buClr>
                <a:schemeClr val="lt1"/>
              </a:buClr>
              <a:buSzPts val="1100"/>
              <a:buChar char="○"/>
              <a:defRPr sz="1100">
                <a:solidFill>
                  <a:schemeClr val="lt1"/>
                </a:solidFill>
              </a:defRPr>
            </a:lvl2pPr>
            <a:lvl3pPr indent="-298450" lvl="2" marL="1371600">
              <a:spcBef>
                <a:spcPts val="0"/>
              </a:spcBef>
              <a:spcAft>
                <a:spcPts val="0"/>
              </a:spcAft>
              <a:buClr>
                <a:schemeClr val="lt1"/>
              </a:buClr>
              <a:buSzPts val="1100"/>
              <a:buChar char="■"/>
              <a:defRPr sz="1100">
                <a:solidFill>
                  <a:schemeClr val="lt1"/>
                </a:solidFill>
              </a:defRPr>
            </a:lvl3pPr>
            <a:lvl4pPr indent="-298450" lvl="3" marL="1828800">
              <a:spcBef>
                <a:spcPts val="0"/>
              </a:spcBef>
              <a:spcAft>
                <a:spcPts val="0"/>
              </a:spcAft>
              <a:buClr>
                <a:schemeClr val="lt1"/>
              </a:buClr>
              <a:buSzPts val="1100"/>
              <a:buChar char="●"/>
              <a:defRPr sz="1100">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sz="1100">
                <a:solidFill>
                  <a:schemeClr val="lt1"/>
                </a:solidFill>
              </a:defRPr>
            </a:lvl6pPr>
            <a:lvl7pPr indent="-298450" lvl="6" marL="3200400">
              <a:spcBef>
                <a:spcPts val="0"/>
              </a:spcBef>
              <a:spcAft>
                <a:spcPts val="0"/>
              </a:spcAft>
              <a:buClr>
                <a:schemeClr val="lt1"/>
              </a:buClr>
              <a:buSzPts val="1100"/>
              <a:buChar char="●"/>
              <a:defRPr sz="1100">
                <a:solidFill>
                  <a:schemeClr val="lt1"/>
                </a:solidFill>
              </a:defRPr>
            </a:lvl7pPr>
            <a:lvl8pPr indent="-298450" lvl="7" marL="3657600">
              <a:spcBef>
                <a:spcPts val="0"/>
              </a:spcBef>
              <a:spcAft>
                <a:spcPts val="0"/>
              </a:spcAft>
              <a:buClr>
                <a:schemeClr val="lt1"/>
              </a:buClr>
              <a:buSzPts val="1100"/>
              <a:buChar char="○"/>
              <a:defRPr sz="1100">
                <a:solidFill>
                  <a:schemeClr val="lt1"/>
                </a:solidFill>
              </a:defRPr>
            </a:lvl8pPr>
            <a:lvl9pPr indent="-298450" lvl="8" marL="4114800">
              <a:spcBef>
                <a:spcPts val="0"/>
              </a:spcBef>
              <a:spcAft>
                <a:spcPts val="0"/>
              </a:spcAft>
              <a:buClr>
                <a:schemeClr val="lt1"/>
              </a:buClr>
              <a:buSzPts val="1100"/>
              <a:buChar char="■"/>
              <a:defRPr sz="1100">
                <a:solidFill>
                  <a:schemeClr val="lt1"/>
                </a:solidFill>
              </a:defRPr>
            </a:lvl9pPr>
          </a:lstStyle>
          <a:p/>
        </p:txBody>
      </p:sp>
      <p:sp>
        <p:nvSpPr>
          <p:cNvPr id="173" name="Google Shape;173;p2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Company Overview" type="titleOnly">
  <p:cSld name="TITLE_ONLY">
    <p:bg>
      <p:bgPr>
        <a:solidFill>
          <a:schemeClr val="accent4"/>
        </a:solidFill>
      </p:bgPr>
    </p:bg>
    <p:spTree>
      <p:nvGrpSpPr>
        <p:cNvPr id="174" name="Shape 174"/>
        <p:cNvGrpSpPr/>
        <p:nvPr/>
      </p:nvGrpSpPr>
      <p:grpSpPr>
        <a:xfrm>
          <a:off x="0" y="0"/>
          <a:ext cx="0" cy="0"/>
          <a:chOff x="0" y="0"/>
          <a:chExt cx="0" cy="0"/>
        </a:xfrm>
      </p:grpSpPr>
      <p:sp>
        <p:nvSpPr>
          <p:cNvPr id="175" name="Google Shape;175;p28"/>
          <p:cNvSpPr/>
          <p:nvPr>
            <p:ph idx="2" type="pic"/>
          </p:nvPr>
        </p:nvSpPr>
        <p:spPr>
          <a:xfrm>
            <a:off x="791150" y="522900"/>
            <a:ext cx="1294800" cy="1918500"/>
          </a:xfrm>
          <a:prstGeom prst="rect">
            <a:avLst/>
          </a:prstGeom>
          <a:noFill/>
          <a:ln>
            <a:noFill/>
          </a:ln>
        </p:spPr>
      </p:sp>
      <p:sp>
        <p:nvSpPr>
          <p:cNvPr id="176" name="Google Shape;176;p28"/>
          <p:cNvSpPr/>
          <p:nvPr>
            <p:ph idx="3" type="pic"/>
          </p:nvPr>
        </p:nvSpPr>
        <p:spPr>
          <a:xfrm>
            <a:off x="2355375" y="522900"/>
            <a:ext cx="1294800" cy="1918500"/>
          </a:xfrm>
          <a:prstGeom prst="rect">
            <a:avLst/>
          </a:prstGeom>
          <a:noFill/>
          <a:ln>
            <a:noFill/>
          </a:ln>
        </p:spPr>
      </p:sp>
      <p:sp>
        <p:nvSpPr>
          <p:cNvPr id="177" name="Google Shape;177;p28"/>
          <p:cNvSpPr/>
          <p:nvPr>
            <p:ph idx="4" type="pic"/>
          </p:nvPr>
        </p:nvSpPr>
        <p:spPr>
          <a:xfrm>
            <a:off x="3921313" y="522900"/>
            <a:ext cx="1294800" cy="1918500"/>
          </a:xfrm>
          <a:prstGeom prst="rect">
            <a:avLst/>
          </a:prstGeom>
          <a:noFill/>
          <a:ln>
            <a:noFill/>
          </a:ln>
        </p:spPr>
      </p:sp>
      <p:sp>
        <p:nvSpPr>
          <p:cNvPr id="178" name="Google Shape;178;p28"/>
          <p:cNvSpPr/>
          <p:nvPr>
            <p:ph idx="5" type="pic"/>
          </p:nvPr>
        </p:nvSpPr>
        <p:spPr>
          <a:xfrm>
            <a:off x="5491588" y="522900"/>
            <a:ext cx="1294800" cy="1918500"/>
          </a:xfrm>
          <a:prstGeom prst="rect">
            <a:avLst/>
          </a:prstGeom>
          <a:noFill/>
          <a:ln>
            <a:noFill/>
          </a:ln>
        </p:spPr>
      </p:sp>
      <p:sp>
        <p:nvSpPr>
          <p:cNvPr id="179" name="Google Shape;179;p28"/>
          <p:cNvSpPr txBox="1"/>
          <p:nvPr>
            <p:ph idx="1" type="body"/>
          </p:nvPr>
        </p:nvSpPr>
        <p:spPr>
          <a:xfrm>
            <a:off x="680850" y="3443850"/>
            <a:ext cx="3074700" cy="10317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1pPr>
            <a:lvl2pPr indent="-406400" lvl="1" marL="914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2pPr>
            <a:lvl3pPr indent="-406400" lvl="2" marL="1371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3pPr>
            <a:lvl4pPr indent="-406400" lvl="3" marL="1828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4pPr>
            <a:lvl5pPr indent="-406400" lvl="4" marL="22860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5pPr>
            <a:lvl6pPr indent="-406400" lvl="5" marL="27432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6pPr>
            <a:lvl7pPr indent="-406400" lvl="6" marL="32004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7pPr>
            <a:lvl8pPr indent="-406400" lvl="7" marL="36576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8pPr>
            <a:lvl9pPr indent="-406400" lvl="8" marL="4114800">
              <a:spcBef>
                <a:spcPts val="0"/>
              </a:spcBef>
              <a:spcAft>
                <a:spcPts val="0"/>
              </a:spcAft>
              <a:buClr>
                <a:schemeClr val="accent3"/>
              </a:buClr>
              <a:buSzPts val="2800"/>
              <a:buFont typeface="Barlow ExtraLight"/>
              <a:buChar char="■"/>
              <a:defRPr sz="2800">
                <a:solidFill>
                  <a:schemeClr val="accent3"/>
                </a:solidFill>
                <a:latin typeface="Barlow ExtraLight"/>
                <a:ea typeface="Barlow ExtraLight"/>
                <a:cs typeface="Barlow ExtraLight"/>
                <a:sym typeface="Barlow ExtraLight"/>
              </a:defRPr>
            </a:lvl9pPr>
          </a:lstStyle>
          <a:p/>
        </p:txBody>
      </p:sp>
      <p:sp>
        <p:nvSpPr>
          <p:cNvPr id="180" name="Google Shape;180;p28"/>
          <p:cNvSpPr txBox="1"/>
          <p:nvPr>
            <p:ph idx="6" type="body"/>
          </p:nvPr>
        </p:nvSpPr>
        <p:spPr>
          <a:xfrm>
            <a:off x="4123900" y="3443850"/>
            <a:ext cx="4030200" cy="11652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81" name="Google Shape;181;p28"/>
          <p:cNvSpPr txBox="1"/>
          <p:nvPr>
            <p:ph idx="7" type="body"/>
          </p:nvPr>
        </p:nvSpPr>
        <p:spPr>
          <a:xfrm>
            <a:off x="7050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2" name="Google Shape;182;p28"/>
          <p:cNvSpPr txBox="1"/>
          <p:nvPr>
            <p:ph idx="8" type="body"/>
          </p:nvPr>
        </p:nvSpPr>
        <p:spPr>
          <a:xfrm>
            <a:off x="2258888"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3" name="Google Shape;183;p28"/>
          <p:cNvSpPr txBox="1"/>
          <p:nvPr>
            <p:ph idx="9" type="body"/>
          </p:nvPr>
        </p:nvSpPr>
        <p:spPr>
          <a:xfrm>
            <a:off x="38275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4" name="Google Shape;184;p28"/>
          <p:cNvSpPr txBox="1"/>
          <p:nvPr>
            <p:ph idx="13" type="body"/>
          </p:nvPr>
        </p:nvSpPr>
        <p:spPr>
          <a:xfrm>
            <a:off x="5395113" y="2737270"/>
            <a:ext cx="1294800" cy="259800"/>
          </a:xfrm>
          <a:prstGeom prst="rect">
            <a:avLst/>
          </a:prstGeom>
        </p:spPr>
        <p:txBody>
          <a:bodyPr anchorCtr="0" anchor="ctr" bIns="91425" lIns="91425" spcFirstLastPara="1" rIns="91425" wrap="square" tIns="91425">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185" name="Google Shape;185;p28"/>
          <p:cNvSpPr txBox="1"/>
          <p:nvPr>
            <p:ph idx="14" type="body"/>
          </p:nvPr>
        </p:nvSpPr>
        <p:spPr>
          <a:xfrm>
            <a:off x="7050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6" name="Google Shape;186;p28"/>
          <p:cNvSpPr txBox="1"/>
          <p:nvPr>
            <p:ph idx="15" type="body"/>
          </p:nvPr>
        </p:nvSpPr>
        <p:spPr>
          <a:xfrm>
            <a:off x="2258891"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7" name="Google Shape;187;p28"/>
          <p:cNvSpPr txBox="1"/>
          <p:nvPr>
            <p:ph idx="16" type="body"/>
          </p:nvPr>
        </p:nvSpPr>
        <p:spPr>
          <a:xfrm>
            <a:off x="3827003"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8" name="Google Shape;188;p28"/>
          <p:cNvSpPr txBox="1"/>
          <p:nvPr>
            <p:ph idx="17" type="body"/>
          </p:nvPr>
        </p:nvSpPr>
        <p:spPr>
          <a:xfrm>
            <a:off x="5396128" y="2464123"/>
            <a:ext cx="1294800" cy="259800"/>
          </a:xfrm>
          <a:prstGeom prst="rect">
            <a:avLst/>
          </a:prstGeom>
        </p:spPr>
        <p:txBody>
          <a:bodyPr anchorCtr="0" anchor="t" bIns="91425" lIns="91425" spcFirstLastPara="1" rIns="91425" wrap="square" tIns="91425">
            <a:noAutofit/>
          </a:bodyPr>
          <a:lstStyle>
            <a:lvl1pPr indent="-273050" lvl="0" marL="457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1pPr>
            <a:lvl2pPr indent="-273050" lvl="1" marL="914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2pPr>
            <a:lvl3pPr indent="-273050" lvl="2" marL="1371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3pPr>
            <a:lvl4pPr indent="-273050" lvl="3" marL="1828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4pPr>
            <a:lvl5pPr indent="-273050" lvl="4" marL="22860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5pPr>
            <a:lvl6pPr indent="-273050" lvl="5" marL="27432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6pPr>
            <a:lvl7pPr indent="-273050" lvl="6" marL="32004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7pPr>
            <a:lvl8pPr indent="-273050" lvl="7" marL="36576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8pPr>
            <a:lvl9pPr indent="-273050" lvl="8" marL="4114800">
              <a:spcBef>
                <a:spcPts val="0"/>
              </a:spcBef>
              <a:spcAft>
                <a:spcPts val="0"/>
              </a:spcAft>
              <a:buClr>
                <a:schemeClr val="accent3"/>
              </a:buClr>
              <a:buSzPts val="700"/>
              <a:buFont typeface="Barlow Medium"/>
              <a:buChar char="■"/>
              <a:defRPr sz="700">
                <a:solidFill>
                  <a:schemeClr val="accent3"/>
                </a:solidFill>
                <a:latin typeface="Barlow Medium"/>
                <a:ea typeface="Barlow Medium"/>
                <a:cs typeface="Barlow Medium"/>
                <a:sym typeface="Barlow Medium"/>
              </a:defRPr>
            </a:lvl9pPr>
          </a:lstStyle>
          <a:p/>
        </p:txBody>
      </p:sp>
      <p:sp>
        <p:nvSpPr>
          <p:cNvPr id="189" name="Google Shape;189;p28"/>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etitive Landscape">
  <p:cSld name="ONE_COLUMN_TEXT">
    <p:bg>
      <p:bgPr>
        <a:solidFill>
          <a:schemeClr val="dk1"/>
        </a:solidFill>
      </p:bgPr>
    </p:bg>
    <p:spTree>
      <p:nvGrpSpPr>
        <p:cNvPr id="190" name="Shape 190"/>
        <p:cNvGrpSpPr/>
        <p:nvPr/>
      </p:nvGrpSpPr>
      <p:grpSpPr>
        <a:xfrm>
          <a:off x="0" y="0"/>
          <a:ext cx="0" cy="0"/>
          <a:chOff x="0" y="0"/>
          <a:chExt cx="0" cy="0"/>
        </a:xfrm>
      </p:grpSpPr>
      <p:sp>
        <p:nvSpPr>
          <p:cNvPr id="191" name="Google Shape;191;p29"/>
          <p:cNvSpPr txBox="1"/>
          <p:nvPr>
            <p:ph idx="1" type="body"/>
          </p:nvPr>
        </p:nvSpPr>
        <p:spPr>
          <a:xfrm>
            <a:off x="791150" y="738025"/>
            <a:ext cx="3918300" cy="223200"/>
          </a:xfrm>
          <a:prstGeom prst="rect">
            <a:avLst/>
          </a:prstGeom>
        </p:spPr>
        <p:txBody>
          <a:bodyPr anchorCtr="0" anchor="t" bIns="0" lIns="0" spcFirstLastPara="1" rIns="0" wrap="square" tIns="0">
            <a:noAutofit/>
          </a:bodyPr>
          <a:lstStyle>
            <a:lvl1pPr indent="-298450" lvl="0" marL="457200">
              <a:spcBef>
                <a:spcPts val="0"/>
              </a:spcBef>
              <a:spcAft>
                <a:spcPts val="0"/>
              </a:spcAft>
              <a:buSzPts val="1100"/>
              <a:buFont typeface="Barlow"/>
              <a:buChar char="●"/>
              <a:defRPr sz="1100">
                <a:latin typeface="Barlow"/>
                <a:ea typeface="Barlow"/>
                <a:cs typeface="Barlow"/>
                <a:sym typeface="Barlow"/>
              </a:defRPr>
            </a:lvl1pPr>
            <a:lvl2pPr indent="-298450" lvl="1" marL="914400">
              <a:spcBef>
                <a:spcPts val="0"/>
              </a:spcBef>
              <a:spcAft>
                <a:spcPts val="0"/>
              </a:spcAft>
              <a:buSzPts val="1100"/>
              <a:buFont typeface="Barlow"/>
              <a:buChar char="○"/>
              <a:defRPr sz="1100">
                <a:latin typeface="Barlow"/>
                <a:ea typeface="Barlow"/>
                <a:cs typeface="Barlow"/>
                <a:sym typeface="Barlow"/>
              </a:defRPr>
            </a:lvl2pPr>
            <a:lvl3pPr indent="-298450" lvl="2" marL="1371600">
              <a:spcBef>
                <a:spcPts val="0"/>
              </a:spcBef>
              <a:spcAft>
                <a:spcPts val="0"/>
              </a:spcAft>
              <a:buSzPts val="1100"/>
              <a:buFont typeface="Barlow"/>
              <a:buChar char="■"/>
              <a:defRPr sz="1100">
                <a:latin typeface="Barlow"/>
                <a:ea typeface="Barlow"/>
                <a:cs typeface="Barlow"/>
                <a:sym typeface="Barlow"/>
              </a:defRPr>
            </a:lvl3pPr>
            <a:lvl4pPr indent="-298450" lvl="3" marL="1828800">
              <a:spcBef>
                <a:spcPts val="0"/>
              </a:spcBef>
              <a:spcAft>
                <a:spcPts val="0"/>
              </a:spcAft>
              <a:buSzPts val="1100"/>
              <a:buFont typeface="Barlow"/>
              <a:buChar char="●"/>
              <a:defRPr sz="1100">
                <a:latin typeface="Barlow"/>
                <a:ea typeface="Barlow"/>
                <a:cs typeface="Barlow"/>
                <a:sym typeface="Barlow"/>
              </a:defRPr>
            </a:lvl4pPr>
            <a:lvl5pPr indent="-298450" lvl="4" marL="2286000">
              <a:spcBef>
                <a:spcPts val="0"/>
              </a:spcBef>
              <a:spcAft>
                <a:spcPts val="0"/>
              </a:spcAft>
              <a:buSzPts val="1100"/>
              <a:buFont typeface="Barlow"/>
              <a:buChar char="○"/>
              <a:defRPr>
                <a:latin typeface="Barlow"/>
                <a:ea typeface="Barlow"/>
                <a:cs typeface="Barlow"/>
                <a:sym typeface="Barlow"/>
              </a:defRPr>
            </a:lvl5pPr>
            <a:lvl6pPr indent="-298450" lvl="5" marL="2743200">
              <a:spcBef>
                <a:spcPts val="0"/>
              </a:spcBef>
              <a:spcAft>
                <a:spcPts val="0"/>
              </a:spcAft>
              <a:buSzPts val="1100"/>
              <a:buFont typeface="Barlow"/>
              <a:buChar char="■"/>
              <a:defRPr sz="1100">
                <a:latin typeface="Barlow"/>
                <a:ea typeface="Barlow"/>
                <a:cs typeface="Barlow"/>
                <a:sym typeface="Barlow"/>
              </a:defRPr>
            </a:lvl6pPr>
            <a:lvl7pPr indent="-298450" lvl="6" marL="3200400">
              <a:spcBef>
                <a:spcPts val="0"/>
              </a:spcBef>
              <a:spcAft>
                <a:spcPts val="0"/>
              </a:spcAft>
              <a:buSzPts val="1100"/>
              <a:buFont typeface="Barlow"/>
              <a:buChar char="●"/>
              <a:defRPr sz="1100">
                <a:latin typeface="Barlow"/>
                <a:ea typeface="Barlow"/>
                <a:cs typeface="Barlow"/>
                <a:sym typeface="Barlow"/>
              </a:defRPr>
            </a:lvl7pPr>
            <a:lvl8pPr indent="-298450" lvl="7" marL="3657600">
              <a:spcBef>
                <a:spcPts val="0"/>
              </a:spcBef>
              <a:spcAft>
                <a:spcPts val="0"/>
              </a:spcAft>
              <a:buSzPts val="1100"/>
              <a:buFont typeface="Barlow"/>
              <a:buChar char="○"/>
              <a:defRPr sz="1100">
                <a:latin typeface="Barlow"/>
                <a:ea typeface="Barlow"/>
                <a:cs typeface="Barlow"/>
                <a:sym typeface="Barlow"/>
              </a:defRPr>
            </a:lvl8pPr>
            <a:lvl9pPr indent="-298450" lvl="8" marL="4114800">
              <a:spcBef>
                <a:spcPts val="0"/>
              </a:spcBef>
              <a:spcAft>
                <a:spcPts val="0"/>
              </a:spcAft>
              <a:buSzPts val="1100"/>
              <a:buFont typeface="Barlow"/>
              <a:buChar char="■"/>
              <a:defRPr sz="1100">
                <a:latin typeface="Barlow"/>
                <a:ea typeface="Barlow"/>
                <a:cs typeface="Barlow"/>
                <a:sym typeface="Barlow"/>
              </a:defRPr>
            </a:lvl9pPr>
          </a:lstStyle>
          <a:p/>
        </p:txBody>
      </p:sp>
      <p:sp>
        <p:nvSpPr>
          <p:cNvPr id="192" name="Google Shape;192;p29"/>
          <p:cNvSpPr txBox="1"/>
          <p:nvPr>
            <p:ph idx="2" type="subTitle"/>
          </p:nvPr>
        </p:nvSpPr>
        <p:spPr>
          <a:xfrm>
            <a:off x="791150" y="522625"/>
            <a:ext cx="3918300" cy="215400"/>
          </a:xfrm>
          <a:prstGeom prst="rect">
            <a:avLst/>
          </a:prstGeom>
        </p:spPr>
        <p:txBody>
          <a:bodyPr anchorCtr="0" anchor="t" bIns="0" lIns="0" spcFirstLastPara="1" rIns="0" wrap="square" tIns="0">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193" name="Google Shape;193;p2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Trends + Data">
  <p:cSld name="MAIN_POINT">
    <p:bg>
      <p:bgPr>
        <a:solidFill>
          <a:schemeClr val="dk1"/>
        </a:solidFill>
      </p:bgPr>
    </p:bg>
    <p:spTree>
      <p:nvGrpSpPr>
        <p:cNvPr id="194" name="Shape 194"/>
        <p:cNvGrpSpPr/>
        <p:nvPr/>
      </p:nvGrpSpPr>
      <p:grpSpPr>
        <a:xfrm>
          <a:off x="0" y="0"/>
          <a:ext cx="0" cy="0"/>
          <a:chOff x="0" y="0"/>
          <a:chExt cx="0" cy="0"/>
        </a:xfrm>
      </p:grpSpPr>
      <p:sp>
        <p:nvSpPr>
          <p:cNvPr id="195" name="Google Shape;195;p30"/>
          <p:cNvSpPr txBox="1"/>
          <p:nvPr>
            <p:ph idx="1" type="subTitle"/>
          </p:nvPr>
        </p:nvSpPr>
        <p:spPr>
          <a:xfrm>
            <a:off x="690250" y="415625"/>
            <a:ext cx="1261800" cy="2703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atin typeface="Barlow Light"/>
                <a:ea typeface="Barlow Light"/>
                <a:cs typeface="Barlow Light"/>
                <a:sym typeface="Barlow Light"/>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196" name="Google Shape;196;p30"/>
          <p:cNvSpPr txBox="1"/>
          <p:nvPr>
            <p:ph idx="2"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Hepta Slab Light"/>
                <a:ea typeface="Hepta Slab Light"/>
                <a:cs typeface="Hepta Slab Light"/>
                <a:sym typeface="Hepta Slab Light"/>
              </a:defRPr>
            </a:lvl2pPr>
            <a:lvl3pPr lvl="2">
              <a:spcBef>
                <a:spcPts val="0"/>
              </a:spcBef>
              <a:spcAft>
                <a:spcPts val="0"/>
              </a:spcAft>
              <a:buSzPts val="1400"/>
              <a:buNone/>
              <a:defRPr>
                <a:latin typeface="Hepta Slab Light"/>
                <a:ea typeface="Hepta Slab Light"/>
                <a:cs typeface="Hepta Slab Light"/>
                <a:sym typeface="Hepta Slab Light"/>
              </a:defRPr>
            </a:lvl3pPr>
            <a:lvl4pPr lvl="3">
              <a:spcBef>
                <a:spcPts val="0"/>
              </a:spcBef>
              <a:spcAft>
                <a:spcPts val="0"/>
              </a:spcAft>
              <a:buSzPts val="1400"/>
              <a:buNone/>
              <a:defRPr>
                <a:latin typeface="Hepta Slab Light"/>
                <a:ea typeface="Hepta Slab Light"/>
                <a:cs typeface="Hepta Slab Light"/>
                <a:sym typeface="Hepta Slab Light"/>
              </a:defRPr>
            </a:lvl4pPr>
            <a:lvl5pPr lvl="4">
              <a:spcBef>
                <a:spcPts val="0"/>
              </a:spcBef>
              <a:spcAft>
                <a:spcPts val="0"/>
              </a:spcAft>
              <a:buSzPts val="1400"/>
              <a:buNone/>
              <a:defRPr>
                <a:latin typeface="Hepta Slab Light"/>
                <a:ea typeface="Hepta Slab Light"/>
                <a:cs typeface="Hepta Slab Light"/>
                <a:sym typeface="Hepta Slab Light"/>
              </a:defRPr>
            </a:lvl5pPr>
            <a:lvl6pPr lvl="5">
              <a:spcBef>
                <a:spcPts val="0"/>
              </a:spcBef>
              <a:spcAft>
                <a:spcPts val="0"/>
              </a:spcAft>
              <a:buSzPts val="1400"/>
              <a:buNone/>
              <a:defRPr>
                <a:latin typeface="Hepta Slab Light"/>
                <a:ea typeface="Hepta Slab Light"/>
                <a:cs typeface="Hepta Slab Light"/>
                <a:sym typeface="Hepta Slab Light"/>
              </a:defRPr>
            </a:lvl6pPr>
            <a:lvl7pPr lvl="6">
              <a:spcBef>
                <a:spcPts val="0"/>
              </a:spcBef>
              <a:spcAft>
                <a:spcPts val="0"/>
              </a:spcAft>
              <a:buSzPts val="1400"/>
              <a:buNone/>
              <a:defRPr>
                <a:latin typeface="Hepta Slab Light"/>
                <a:ea typeface="Hepta Slab Light"/>
                <a:cs typeface="Hepta Slab Light"/>
                <a:sym typeface="Hepta Slab Light"/>
              </a:defRPr>
            </a:lvl7pPr>
            <a:lvl8pPr lvl="7">
              <a:spcBef>
                <a:spcPts val="0"/>
              </a:spcBef>
              <a:spcAft>
                <a:spcPts val="0"/>
              </a:spcAft>
              <a:buSzPts val="1400"/>
              <a:buNone/>
              <a:defRPr>
                <a:latin typeface="Hepta Slab Light"/>
                <a:ea typeface="Hepta Slab Light"/>
                <a:cs typeface="Hepta Slab Light"/>
                <a:sym typeface="Hepta Slab Light"/>
              </a:defRPr>
            </a:lvl8pPr>
            <a:lvl9pPr lvl="8">
              <a:spcBef>
                <a:spcPts val="0"/>
              </a:spcBef>
              <a:spcAft>
                <a:spcPts val="0"/>
              </a:spcAft>
              <a:buSzPts val="1400"/>
              <a:buNone/>
              <a:defRPr>
                <a:latin typeface="Hepta Slab Light"/>
                <a:ea typeface="Hepta Slab Light"/>
                <a:cs typeface="Hepta Slab Light"/>
                <a:sym typeface="Hepta Slab Light"/>
              </a:defRPr>
            </a:lvl9pPr>
          </a:lstStyle>
          <a:p/>
        </p:txBody>
      </p:sp>
      <p:sp>
        <p:nvSpPr>
          <p:cNvPr id="197" name="Google Shape;197;p30"/>
          <p:cNvSpPr txBox="1"/>
          <p:nvPr>
            <p:ph idx="3" type="body"/>
          </p:nvPr>
        </p:nvSpPr>
        <p:spPr>
          <a:xfrm>
            <a:off x="480425" y="534275"/>
            <a:ext cx="4878300" cy="1917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198" name="Google Shape;198;p3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latin typeface="Barlow"/>
                <a:ea typeface="Barlow"/>
                <a:cs typeface="Barlow"/>
                <a:sym typeface="Barlow"/>
              </a:defRPr>
            </a:lvl1pPr>
            <a:lvl2pPr lvl="1" rtl="0">
              <a:buNone/>
              <a:defRPr sz="1100">
                <a:solidFill>
                  <a:schemeClr val="accent3"/>
                </a:solidFill>
                <a:latin typeface="Barlow"/>
                <a:ea typeface="Barlow"/>
                <a:cs typeface="Barlow"/>
                <a:sym typeface="Barlow"/>
              </a:defRPr>
            </a:lvl2pPr>
            <a:lvl3pPr lvl="2" rtl="0">
              <a:buNone/>
              <a:defRPr sz="1100">
                <a:solidFill>
                  <a:schemeClr val="accent3"/>
                </a:solidFill>
                <a:latin typeface="Barlow"/>
                <a:ea typeface="Barlow"/>
                <a:cs typeface="Barlow"/>
                <a:sym typeface="Barlow"/>
              </a:defRPr>
            </a:lvl3pPr>
            <a:lvl4pPr lvl="3" rtl="0">
              <a:buNone/>
              <a:defRPr sz="1100">
                <a:solidFill>
                  <a:schemeClr val="accent3"/>
                </a:solidFill>
                <a:latin typeface="Barlow"/>
                <a:ea typeface="Barlow"/>
                <a:cs typeface="Barlow"/>
                <a:sym typeface="Barlow"/>
              </a:defRPr>
            </a:lvl4pPr>
            <a:lvl5pPr lvl="4" rtl="0">
              <a:buNone/>
              <a:defRPr sz="1100">
                <a:solidFill>
                  <a:schemeClr val="accent3"/>
                </a:solidFill>
                <a:latin typeface="Barlow"/>
                <a:ea typeface="Barlow"/>
                <a:cs typeface="Barlow"/>
                <a:sym typeface="Barlow"/>
              </a:defRPr>
            </a:lvl5pPr>
            <a:lvl6pPr lvl="5" rtl="0">
              <a:buNone/>
              <a:defRPr sz="1100">
                <a:solidFill>
                  <a:schemeClr val="accent3"/>
                </a:solidFill>
                <a:latin typeface="Barlow"/>
                <a:ea typeface="Barlow"/>
                <a:cs typeface="Barlow"/>
                <a:sym typeface="Barlow"/>
              </a:defRPr>
            </a:lvl6pPr>
            <a:lvl7pPr lvl="6" rtl="0">
              <a:buNone/>
              <a:defRPr sz="1100">
                <a:solidFill>
                  <a:schemeClr val="accent3"/>
                </a:solidFill>
                <a:latin typeface="Barlow"/>
                <a:ea typeface="Barlow"/>
                <a:cs typeface="Barlow"/>
                <a:sym typeface="Barlow"/>
              </a:defRPr>
            </a:lvl7pPr>
            <a:lvl8pPr lvl="7" rtl="0">
              <a:buNone/>
              <a:defRPr sz="1100">
                <a:solidFill>
                  <a:schemeClr val="accent3"/>
                </a:solidFill>
                <a:latin typeface="Barlow"/>
                <a:ea typeface="Barlow"/>
                <a:cs typeface="Barlow"/>
                <a:sym typeface="Barlow"/>
              </a:defRPr>
            </a:lvl8pPr>
            <a:lvl9pPr lvl="8" rtl="0">
              <a:buNone/>
              <a:defRPr sz="1100">
                <a:solidFill>
                  <a:schemeClr val="accent3"/>
                </a:solidFill>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60">
          <p15:clr>
            <a:srgbClr val="E46962"/>
          </p15:clr>
        </p15:guide>
        <p15:guide id="2" orient="horz" pos="347">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CUSTOM_14">
    <p:bg>
      <p:bgPr>
        <a:solidFill>
          <a:schemeClr val="dk1"/>
        </a:solidFill>
      </p:bgPr>
    </p:bg>
    <p:spTree>
      <p:nvGrpSpPr>
        <p:cNvPr id="199" name="Shape 199"/>
        <p:cNvGrpSpPr/>
        <p:nvPr/>
      </p:nvGrpSpPr>
      <p:grpSpPr>
        <a:xfrm>
          <a:off x="0" y="0"/>
          <a:ext cx="0" cy="0"/>
          <a:chOff x="0" y="0"/>
          <a:chExt cx="0" cy="0"/>
        </a:xfrm>
      </p:grpSpPr>
      <p:sp>
        <p:nvSpPr>
          <p:cNvPr id="200" name="Google Shape;200;p31"/>
          <p:cNvSpPr txBox="1"/>
          <p:nvPr>
            <p:ph type="title"/>
          </p:nvPr>
        </p:nvSpPr>
        <p:spPr>
          <a:xfrm>
            <a:off x="723861" y="1584738"/>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1" name="Google Shape;201;p31"/>
          <p:cNvSpPr txBox="1"/>
          <p:nvPr>
            <p:ph idx="2" type="title"/>
          </p:nvPr>
        </p:nvSpPr>
        <p:spPr>
          <a:xfrm>
            <a:off x="723861" y="239098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2" name="Google Shape;202;p31"/>
          <p:cNvSpPr txBox="1"/>
          <p:nvPr>
            <p:ph idx="3" type="title"/>
          </p:nvPr>
        </p:nvSpPr>
        <p:spPr>
          <a:xfrm>
            <a:off x="723861" y="3157931"/>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3" name="Google Shape;203;p31"/>
          <p:cNvSpPr txBox="1"/>
          <p:nvPr>
            <p:ph idx="4" type="title"/>
          </p:nvPr>
        </p:nvSpPr>
        <p:spPr>
          <a:xfrm>
            <a:off x="723861" y="3954905"/>
            <a:ext cx="2670600" cy="315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1pPr>
            <a:lvl2pPr lvl="1">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2pPr>
            <a:lvl3pPr lvl="2">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3pPr>
            <a:lvl4pPr lvl="3">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4pPr>
            <a:lvl5pPr lvl="4">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5pPr>
            <a:lvl6pPr lvl="5">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6pPr>
            <a:lvl7pPr lvl="6">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7pPr>
            <a:lvl8pPr lvl="7">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8pPr>
            <a:lvl9pPr lvl="8">
              <a:spcBef>
                <a:spcPts val="0"/>
              </a:spcBef>
              <a:spcAft>
                <a:spcPts val="0"/>
              </a:spcAft>
              <a:buClr>
                <a:schemeClr val="lt1"/>
              </a:buClr>
              <a:buSzPts val="1500"/>
              <a:buFont typeface="Barlow Medium"/>
              <a:buNone/>
              <a:defRPr sz="1500">
                <a:solidFill>
                  <a:schemeClr val="lt1"/>
                </a:solidFill>
                <a:latin typeface="Barlow Medium"/>
                <a:ea typeface="Barlow Medium"/>
                <a:cs typeface="Barlow Medium"/>
                <a:sym typeface="Barlow Medium"/>
              </a:defRPr>
            </a:lvl9pPr>
          </a:lstStyle>
          <a:p/>
        </p:txBody>
      </p:sp>
      <p:sp>
        <p:nvSpPr>
          <p:cNvPr id="204" name="Google Shape;204;p31"/>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1pPr>
            <a:lvl2pPr lvl="1">
              <a:spcBef>
                <a:spcPts val="0"/>
              </a:spcBef>
              <a:spcAft>
                <a:spcPts val="0"/>
              </a:spcAft>
              <a:buSzPts val="1400"/>
              <a:buNone/>
              <a:defRPr>
                <a:latin typeface="Barlow Light"/>
                <a:ea typeface="Barlow Light"/>
                <a:cs typeface="Barlow Light"/>
                <a:sym typeface="Barlow Light"/>
              </a:defRPr>
            </a:lvl2pPr>
            <a:lvl3pPr lvl="2">
              <a:spcBef>
                <a:spcPts val="0"/>
              </a:spcBef>
              <a:spcAft>
                <a:spcPts val="0"/>
              </a:spcAft>
              <a:buSzPts val="1400"/>
              <a:buNone/>
              <a:defRPr>
                <a:latin typeface="Barlow Light"/>
                <a:ea typeface="Barlow Light"/>
                <a:cs typeface="Barlow Light"/>
                <a:sym typeface="Barlow Light"/>
              </a:defRPr>
            </a:lvl3pPr>
            <a:lvl4pPr lvl="3">
              <a:spcBef>
                <a:spcPts val="0"/>
              </a:spcBef>
              <a:spcAft>
                <a:spcPts val="0"/>
              </a:spcAft>
              <a:buSzPts val="1400"/>
              <a:buNone/>
              <a:defRPr>
                <a:latin typeface="Barlow Light"/>
                <a:ea typeface="Barlow Light"/>
                <a:cs typeface="Barlow Light"/>
                <a:sym typeface="Barlow Light"/>
              </a:defRPr>
            </a:lvl4pPr>
            <a:lvl5pPr lvl="4">
              <a:spcBef>
                <a:spcPts val="0"/>
              </a:spcBef>
              <a:spcAft>
                <a:spcPts val="0"/>
              </a:spcAft>
              <a:buSzPts val="1400"/>
              <a:buNone/>
              <a:defRPr>
                <a:latin typeface="Barlow Light"/>
                <a:ea typeface="Barlow Light"/>
                <a:cs typeface="Barlow Light"/>
                <a:sym typeface="Barlow Light"/>
              </a:defRPr>
            </a:lvl5pPr>
            <a:lvl6pPr lvl="5">
              <a:spcBef>
                <a:spcPts val="0"/>
              </a:spcBef>
              <a:spcAft>
                <a:spcPts val="0"/>
              </a:spcAft>
              <a:buSzPts val="1400"/>
              <a:buNone/>
              <a:defRPr>
                <a:latin typeface="Barlow Light"/>
                <a:ea typeface="Barlow Light"/>
                <a:cs typeface="Barlow Light"/>
                <a:sym typeface="Barlow Light"/>
              </a:defRPr>
            </a:lvl6pPr>
            <a:lvl7pPr lvl="6">
              <a:spcBef>
                <a:spcPts val="0"/>
              </a:spcBef>
              <a:spcAft>
                <a:spcPts val="0"/>
              </a:spcAft>
              <a:buSzPts val="1400"/>
              <a:buNone/>
              <a:defRPr>
                <a:latin typeface="Barlow Light"/>
                <a:ea typeface="Barlow Light"/>
                <a:cs typeface="Barlow Light"/>
                <a:sym typeface="Barlow Light"/>
              </a:defRPr>
            </a:lvl7pPr>
            <a:lvl8pPr lvl="7">
              <a:spcBef>
                <a:spcPts val="0"/>
              </a:spcBef>
              <a:spcAft>
                <a:spcPts val="0"/>
              </a:spcAft>
              <a:buSzPts val="1400"/>
              <a:buNone/>
              <a:defRPr>
                <a:latin typeface="Barlow Light"/>
                <a:ea typeface="Barlow Light"/>
                <a:cs typeface="Barlow Light"/>
                <a:sym typeface="Barlow Light"/>
              </a:defRPr>
            </a:lvl8pPr>
            <a:lvl9pPr lvl="8">
              <a:spcBef>
                <a:spcPts val="0"/>
              </a:spcBef>
              <a:spcAft>
                <a:spcPts val="0"/>
              </a:spcAft>
              <a:buSzPts val="1400"/>
              <a:buNone/>
              <a:defRPr>
                <a:latin typeface="Barlow Light"/>
                <a:ea typeface="Barlow Light"/>
                <a:cs typeface="Barlow Light"/>
                <a:sym typeface="Barlow Light"/>
              </a:defRPr>
            </a:lvl9pPr>
          </a:lstStyle>
          <a:p/>
        </p:txBody>
      </p:sp>
      <p:sp>
        <p:nvSpPr>
          <p:cNvPr id="205" name="Google Shape;205;p31"/>
          <p:cNvSpPr txBox="1"/>
          <p:nvPr>
            <p:ph idx="5" type="body"/>
          </p:nvPr>
        </p:nvSpPr>
        <p:spPr>
          <a:xfrm>
            <a:off x="480425" y="610475"/>
            <a:ext cx="4878300" cy="3768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317500" lvl="1" marL="914400">
              <a:spcBef>
                <a:spcPts val="0"/>
              </a:spcBef>
              <a:spcAft>
                <a:spcPts val="0"/>
              </a:spcAft>
              <a:buClr>
                <a:schemeClr val="lt1"/>
              </a:buClr>
              <a:buSzPts val="1400"/>
              <a:buFont typeface="Barlow"/>
              <a:buChar char="○"/>
              <a:defRPr>
                <a:solidFill>
                  <a:schemeClr val="lt1"/>
                </a:solidFill>
                <a:latin typeface="Barlow"/>
                <a:ea typeface="Barlow"/>
                <a:cs typeface="Barlow"/>
                <a:sym typeface="Barlow"/>
              </a:defRPr>
            </a:lvl2pPr>
            <a:lvl3pPr indent="-311150" lvl="2" marL="1371600">
              <a:spcBef>
                <a:spcPts val="0"/>
              </a:spcBef>
              <a:spcAft>
                <a:spcPts val="0"/>
              </a:spcAft>
              <a:buClr>
                <a:schemeClr val="lt1"/>
              </a:buClr>
              <a:buSzPts val="1300"/>
              <a:buFont typeface="Barlow"/>
              <a:buChar char="■"/>
              <a:defRPr>
                <a:solidFill>
                  <a:schemeClr val="lt1"/>
                </a:solidFill>
                <a:latin typeface="Barlow"/>
                <a:ea typeface="Barlow"/>
                <a:cs typeface="Barlow"/>
                <a:sym typeface="Barlow"/>
              </a:defRPr>
            </a:lvl3pPr>
            <a:lvl4pPr indent="-304800" lvl="3" marL="1828800">
              <a:spcBef>
                <a:spcPts val="0"/>
              </a:spcBef>
              <a:spcAft>
                <a:spcPts val="0"/>
              </a:spcAft>
              <a:buClr>
                <a:schemeClr val="lt1"/>
              </a:buClr>
              <a:buSzPts val="1200"/>
              <a:buFont typeface="Barlow"/>
              <a:buChar char="●"/>
              <a:defRPr>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2100" lvl="5" marL="2743200">
              <a:spcBef>
                <a:spcPts val="0"/>
              </a:spcBef>
              <a:spcAft>
                <a:spcPts val="0"/>
              </a:spcAft>
              <a:buClr>
                <a:schemeClr val="lt1"/>
              </a:buClr>
              <a:buSzPts val="1000"/>
              <a:buFont typeface="Barlow"/>
              <a:buChar char="■"/>
              <a:defRPr>
                <a:solidFill>
                  <a:schemeClr val="lt1"/>
                </a:solidFill>
                <a:latin typeface="Barlow"/>
                <a:ea typeface="Barlow"/>
                <a:cs typeface="Barlow"/>
                <a:sym typeface="Barlow"/>
              </a:defRPr>
            </a:lvl6pPr>
            <a:lvl7pPr indent="-285750" lvl="6" marL="3200400">
              <a:spcBef>
                <a:spcPts val="0"/>
              </a:spcBef>
              <a:spcAft>
                <a:spcPts val="0"/>
              </a:spcAft>
              <a:buClr>
                <a:schemeClr val="lt1"/>
              </a:buClr>
              <a:buSzPts val="900"/>
              <a:buFont typeface="Barlow"/>
              <a:buChar char="●"/>
              <a:defRPr>
                <a:solidFill>
                  <a:schemeClr val="lt1"/>
                </a:solidFill>
                <a:latin typeface="Barlow"/>
                <a:ea typeface="Barlow"/>
                <a:cs typeface="Barlow"/>
                <a:sym typeface="Barlow"/>
              </a:defRPr>
            </a:lvl7pPr>
            <a:lvl8pPr indent="-279400" lvl="7" marL="3657600">
              <a:spcBef>
                <a:spcPts val="0"/>
              </a:spcBef>
              <a:spcAft>
                <a:spcPts val="0"/>
              </a:spcAft>
              <a:buClr>
                <a:schemeClr val="lt1"/>
              </a:buClr>
              <a:buSzPts val="800"/>
              <a:buFont typeface="Barlow"/>
              <a:buChar char="○"/>
              <a:defRPr>
                <a:solidFill>
                  <a:schemeClr val="lt1"/>
                </a:solidFill>
                <a:latin typeface="Barlow"/>
                <a:ea typeface="Barlow"/>
                <a:cs typeface="Barlow"/>
                <a:sym typeface="Barlow"/>
              </a:defRPr>
            </a:lvl8pPr>
            <a:lvl9pPr indent="-273050" lvl="8" marL="4114800">
              <a:spcBef>
                <a:spcPts val="0"/>
              </a:spcBef>
              <a:spcAft>
                <a:spcPts val="0"/>
              </a:spcAft>
              <a:buClr>
                <a:schemeClr val="lt1"/>
              </a:buClr>
              <a:buSzPts val="700"/>
              <a:buFont typeface="Barlow"/>
              <a:buChar char="■"/>
              <a:defRPr>
                <a:solidFill>
                  <a:schemeClr val="lt1"/>
                </a:solidFill>
                <a:latin typeface="Barlow"/>
                <a:ea typeface="Barlow"/>
                <a:cs typeface="Barlow"/>
                <a:sym typeface="Barlow"/>
              </a:defRPr>
            </a:lvl9pPr>
          </a:lstStyle>
          <a:p/>
        </p:txBody>
      </p:sp>
      <p:sp>
        <p:nvSpPr>
          <p:cNvPr id="206" name="Google Shape;206;p3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3"/>
                </a:solidFill>
              </a:defRPr>
            </a:lvl1pPr>
            <a:lvl2pPr lvl="1" rtl="0">
              <a:buNone/>
              <a:defRPr sz="1100">
                <a:solidFill>
                  <a:schemeClr val="accent3"/>
                </a:solidFill>
              </a:defRPr>
            </a:lvl2pPr>
            <a:lvl3pPr lvl="2" rtl="0">
              <a:buNone/>
              <a:defRPr sz="1100">
                <a:solidFill>
                  <a:schemeClr val="accent3"/>
                </a:solidFill>
              </a:defRPr>
            </a:lvl3pPr>
            <a:lvl4pPr lvl="3" rtl="0">
              <a:buNone/>
              <a:defRPr sz="1100">
                <a:solidFill>
                  <a:schemeClr val="accent3"/>
                </a:solidFill>
              </a:defRPr>
            </a:lvl4pPr>
            <a:lvl5pPr lvl="4" rtl="0">
              <a:buNone/>
              <a:defRPr sz="1100">
                <a:solidFill>
                  <a:schemeClr val="accent3"/>
                </a:solidFill>
              </a:defRPr>
            </a:lvl5pPr>
            <a:lvl6pPr lvl="5" rtl="0">
              <a:buNone/>
              <a:defRPr sz="1100">
                <a:solidFill>
                  <a:schemeClr val="accent3"/>
                </a:solidFill>
              </a:defRPr>
            </a:lvl6pPr>
            <a:lvl7pPr lvl="6" rtl="0">
              <a:buNone/>
              <a:defRPr sz="1100">
                <a:solidFill>
                  <a:schemeClr val="accent3"/>
                </a:solidFill>
              </a:defRPr>
            </a:lvl7pPr>
            <a:lvl8pPr lvl="7" rtl="0">
              <a:buNone/>
              <a:defRPr sz="1100">
                <a:solidFill>
                  <a:schemeClr val="accent3"/>
                </a:solidFill>
              </a:defRPr>
            </a:lvl8pPr>
            <a:lvl9pPr lvl="8" rtl="0">
              <a:buNone/>
              <a:defRPr sz="1100">
                <a:solidFill>
                  <a:schemeClr val="accent3"/>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 Thank You">
  <p:cSld name="CUSTOM_13">
    <p:bg>
      <p:bgPr>
        <a:solidFill>
          <a:schemeClr val="lt1"/>
        </a:solidFill>
      </p:bgPr>
    </p:bg>
    <p:spTree>
      <p:nvGrpSpPr>
        <p:cNvPr id="207" name="Shape 207"/>
        <p:cNvGrpSpPr/>
        <p:nvPr/>
      </p:nvGrpSpPr>
      <p:grpSpPr>
        <a:xfrm>
          <a:off x="0" y="0"/>
          <a:ext cx="0" cy="0"/>
          <a:chOff x="0" y="0"/>
          <a:chExt cx="0" cy="0"/>
        </a:xfrm>
      </p:grpSpPr>
      <p:sp>
        <p:nvSpPr>
          <p:cNvPr id="208" name="Google Shape;208;p32"/>
          <p:cNvSpPr txBox="1"/>
          <p:nvPr>
            <p:ph type="title"/>
          </p:nvPr>
        </p:nvSpPr>
        <p:spPr>
          <a:xfrm>
            <a:off x="455221" y="1321125"/>
            <a:ext cx="5094600" cy="1749900"/>
          </a:xfrm>
          <a:prstGeom prst="rect">
            <a:avLst/>
          </a:prstGeom>
          <a:noFill/>
        </p:spPr>
        <p:txBody>
          <a:bodyPr anchorCtr="0" anchor="t" bIns="91425" lIns="91425" spcFirstLastPara="1" rIns="91425" wrap="square" tIns="91425">
            <a:noAutofit/>
          </a:bodyPr>
          <a:lstStyle>
            <a:lvl1pPr lvl="0">
              <a:spcBef>
                <a:spcPts val="0"/>
              </a:spcBef>
              <a:spcAft>
                <a:spcPts val="0"/>
              </a:spcAft>
              <a:buSzPts val="5400"/>
              <a:buNone/>
              <a:defRPr sz="5400"/>
            </a:lvl1pPr>
            <a:lvl2pPr lvl="1">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2pPr>
            <a:lvl3pPr lvl="2">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3pPr>
            <a:lvl4pPr lvl="3">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4pPr>
            <a:lvl5pPr lvl="4">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5pPr>
            <a:lvl6pPr lvl="5">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6pPr>
            <a:lvl7pPr lvl="6">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7pPr>
            <a:lvl8pPr lvl="7">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8pPr>
            <a:lvl9pPr lvl="8">
              <a:spcBef>
                <a:spcPts val="0"/>
              </a:spcBef>
              <a:spcAft>
                <a:spcPts val="0"/>
              </a:spcAft>
              <a:buClr>
                <a:schemeClr val="dk1"/>
              </a:buClr>
              <a:buSzPts val="1400"/>
              <a:buNone/>
              <a:defRPr>
                <a:solidFill>
                  <a:schemeClr val="dk1"/>
                </a:solidFill>
                <a:latin typeface="Barlow Light"/>
                <a:ea typeface="Barlow Light"/>
                <a:cs typeface="Barlow Light"/>
                <a:sym typeface="Barlow Light"/>
              </a:defRPr>
            </a:lvl9pPr>
          </a:lstStyle>
          <a:p/>
        </p:txBody>
      </p:sp>
      <p:sp>
        <p:nvSpPr>
          <p:cNvPr id="209" name="Google Shape;209;p32"/>
          <p:cNvSpPr txBox="1"/>
          <p:nvPr>
            <p:ph idx="1" type="body"/>
          </p:nvPr>
        </p:nvSpPr>
        <p:spPr>
          <a:xfrm>
            <a:off x="567029" y="4500404"/>
            <a:ext cx="1015800" cy="266100"/>
          </a:xfrm>
          <a:prstGeom prst="rect">
            <a:avLst/>
          </a:prstGeom>
          <a:ln cap="flat" cmpd="sng" w="9525">
            <a:solidFill>
              <a:schemeClr val="dk1"/>
            </a:solidFill>
            <a:prstDash val="solid"/>
            <a:round/>
            <a:headEnd len="sm" w="sm" type="none"/>
            <a:tailEnd len="sm" w="sm" type="none"/>
          </a:ln>
        </p:spPr>
        <p:txBody>
          <a:bodyPr anchorCtr="0" anchor="t" bIns="0" lIns="0" spcFirstLastPara="1" rIns="0" wrap="square" tIns="0">
            <a:spAutoFit/>
          </a:bodyPr>
          <a:lstStyle>
            <a:lvl1pPr indent="-298450" lvl="0" marL="457200">
              <a:spcBef>
                <a:spcPts val="0"/>
              </a:spcBef>
              <a:spcAft>
                <a:spcPts val="0"/>
              </a:spcAft>
              <a:buSzPts val="1100"/>
              <a:buFont typeface="Barlow Medium"/>
              <a:buChar char="●"/>
              <a:defRPr sz="1100">
                <a:latin typeface="Barlow Medium"/>
                <a:ea typeface="Barlow Medium"/>
                <a:cs typeface="Barlow Medium"/>
                <a:sym typeface="Barlow Medium"/>
              </a:defRPr>
            </a:lvl1pPr>
            <a:lvl2pPr indent="-298450" lvl="1" marL="914400">
              <a:spcBef>
                <a:spcPts val="0"/>
              </a:spcBef>
              <a:spcAft>
                <a:spcPts val="0"/>
              </a:spcAft>
              <a:buSzPts val="1100"/>
              <a:buFont typeface="Barlow Medium"/>
              <a:buChar char="○"/>
              <a:defRPr sz="1100">
                <a:latin typeface="Barlow Medium"/>
                <a:ea typeface="Barlow Medium"/>
                <a:cs typeface="Barlow Medium"/>
                <a:sym typeface="Barlow Medium"/>
              </a:defRPr>
            </a:lvl2pPr>
            <a:lvl3pPr indent="-298450" lvl="2" marL="1371600">
              <a:spcBef>
                <a:spcPts val="0"/>
              </a:spcBef>
              <a:spcAft>
                <a:spcPts val="0"/>
              </a:spcAft>
              <a:buSzPts val="1100"/>
              <a:buFont typeface="Barlow Medium"/>
              <a:buChar char="■"/>
              <a:defRPr sz="1100">
                <a:latin typeface="Barlow Medium"/>
                <a:ea typeface="Barlow Medium"/>
                <a:cs typeface="Barlow Medium"/>
                <a:sym typeface="Barlow Medium"/>
              </a:defRPr>
            </a:lvl3pPr>
            <a:lvl4pPr indent="-298450" lvl="3" marL="1828800">
              <a:spcBef>
                <a:spcPts val="0"/>
              </a:spcBef>
              <a:spcAft>
                <a:spcPts val="0"/>
              </a:spcAft>
              <a:buSzPts val="1100"/>
              <a:buFont typeface="Barlow Medium"/>
              <a:buChar char="●"/>
              <a:defRPr sz="1100">
                <a:latin typeface="Barlow Medium"/>
                <a:ea typeface="Barlow Medium"/>
                <a:cs typeface="Barlow Medium"/>
                <a:sym typeface="Barlow Medium"/>
              </a:defRPr>
            </a:lvl4pPr>
            <a:lvl5pPr indent="-298450" lvl="4" marL="2286000">
              <a:spcBef>
                <a:spcPts val="0"/>
              </a:spcBef>
              <a:spcAft>
                <a:spcPts val="0"/>
              </a:spcAft>
              <a:buSzPts val="1100"/>
              <a:buFont typeface="Barlow Medium"/>
              <a:buChar char="○"/>
              <a:defRPr>
                <a:latin typeface="Barlow Medium"/>
                <a:ea typeface="Barlow Medium"/>
                <a:cs typeface="Barlow Medium"/>
                <a:sym typeface="Barlow Medium"/>
              </a:defRPr>
            </a:lvl5pPr>
            <a:lvl6pPr indent="-298450" lvl="5" marL="2743200">
              <a:spcBef>
                <a:spcPts val="0"/>
              </a:spcBef>
              <a:spcAft>
                <a:spcPts val="0"/>
              </a:spcAft>
              <a:buSzPts val="1100"/>
              <a:buFont typeface="Barlow Medium"/>
              <a:buChar char="■"/>
              <a:defRPr sz="1100">
                <a:latin typeface="Barlow Medium"/>
                <a:ea typeface="Barlow Medium"/>
                <a:cs typeface="Barlow Medium"/>
                <a:sym typeface="Barlow Medium"/>
              </a:defRPr>
            </a:lvl6pPr>
            <a:lvl7pPr indent="-298450" lvl="6" marL="3200400">
              <a:spcBef>
                <a:spcPts val="0"/>
              </a:spcBef>
              <a:spcAft>
                <a:spcPts val="0"/>
              </a:spcAft>
              <a:buSzPts val="1100"/>
              <a:buFont typeface="Barlow Medium"/>
              <a:buChar char="●"/>
              <a:defRPr sz="1100">
                <a:latin typeface="Barlow Medium"/>
                <a:ea typeface="Barlow Medium"/>
                <a:cs typeface="Barlow Medium"/>
                <a:sym typeface="Barlow Medium"/>
              </a:defRPr>
            </a:lvl7pPr>
            <a:lvl8pPr indent="-298450" lvl="7" marL="3657600">
              <a:spcBef>
                <a:spcPts val="0"/>
              </a:spcBef>
              <a:spcAft>
                <a:spcPts val="0"/>
              </a:spcAft>
              <a:buSzPts val="1100"/>
              <a:buFont typeface="Barlow Medium"/>
              <a:buChar char="○"/>
              <a:defRPr sz="1100">
                <a:latin typeface="Barlow Medium"/>
                <a:ea typeface="Barlow Medium"/>
                <a:cs typeface="Barlow Medium"/>
                <a:sym typeface="Barlow Medium"/>
              </a:defRPr>
            </a:lvl8pPr>
            <a:lvl9pPr indent="-298450" lvl="8" marL="4114800">
              <a:spcBef>
                <a:spcPts val="0"/>
              </a:spcBef>
              <a:spcAft>
                <a:spcPts val="0"/>
              </a:spcAft>
              <a:buSzPts val="1100"/>
              <a:buFont typeface="Barlow Medium"/>
              <a:buChar char="■"/>
              <a:defRPr sz="1100">
                <a:latin typeface="Barlow Medium"/>
                <a:ea typeface="Barlow Medium"/>
                <a:cs typeface="Barlow Medium"/>
                <a:sym typeface="Barlow Medium"/>
              </a:defRPr>
            </a:lvl9pPr>
          </a:lstStyle>
          <a:p/>
        </p:txBody>
      </p:sp>
      <p:sp>
        <p:nvSpPr>
          <p:cNvPr id="210" name="Google Shape;210;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Medium"/>
                <a:ea typeface="Barlow Medium"/>
                <a:cs typeface="Barlow Medium"/>
                <a:sym typeface="Barlow Medium"/>
              </a:defRPr>
            </a:lvl1pPr>
            <a:lvl2pPr lvl="1">
              <a:buNone/>
              <a:defRPr>
                <a:latin typeface="Barlow Medium"/>
                <a:ea typeface="Barlow Medium"/>
                <a:cs typeface="Barlow Medium"/>
                <a:sym typeface="Barlow Medium"/>
              </a:defRPr>
            </a:lvl2pPr>
            <a:lvl3pPr lvl="2">
              <a:buNone/>
              <a:defRPr>
                <a:latin typeface="Barlow Medium"/>
                <a:ea typeface="Barlow Medium"/>
                <a:cs typeface="Barlow Medium"/>
                <a:sym typeface="Barlow Medium"/>
              </a:defRPr>
            </a:lvl3pPr>
            <a:lvl4pPr lvl="3">
              <a:buNone/>
              <a:defRPr>
                <a:latin typeface="Barlow Medium"/>
                <a:ea typeface="Barlow Medium"/>
                <a:cs typeface="Barlow Medium"/>
                <a:sym typeface="Barlow Medium"/>
              </a:defRPr>
            </a:lvl4pPr>
            <a:lvl5pPr lvl="4">
              <a:buNone/>
              <a:defRPr>
                <a:latin typeface="Barlow Medium"/>
                <a:ea typeface="Barlow Medium"/>
                <a:cs typeface="Barlow Medium"/>
                <a:sym typeface="Barlow Medium"/>
              </a:defRPr>
            </a:lvl5pPr>
            <a:lvl6pPr lvl="5">
              <a:buNone/>
              <a:defRPr>
                <a:latin typeface="Barlow Medium"/>
                <a:ea typeface="Barlow Medium"/>
                <a:cs typeface="Barlow Medium"/>
                <a:sym typeface="Barlow Medium"/>
              </a:defRPr>
            </a:lvl6pPr>
            <a:lvl7pPr lvl="6">
              <a:buNone/>
              <a:defRPr>
                <a:latin typeface="Barlow Medium"/>
                <a:ea typeface="Barlow Medium"/>
                <a:cs typeface="Barlow Medium"/>
                <a:sym typeface="Barlow Medium"/>
              </a:defRPr>
            </a:lvl7pPr>
            <a:lvl8pPr lvl="7">
              <a:buNone/>
              <a:defRPr>
                <a:latin typeface="Barlow Medium"/>
                <a:ea typeface="Barlow Medium"/>
                <a:cs typeface="Barlow Medium"/>
                <a:sym typeface="Barlow Medium"/>
              </a:defRPr>
            </a:lvl8pPr>
            <a:lvl9pPr lvl="8">
              <a:buNone/>
              <a:defRPr>
                <a:latin typeface="Barlow Medium"/>
                <a:ea typeface="Barlow Medium"/>
                <a:cs typeface="Barlow Medium"/>
                <a:sym typeface="Barlow Medium"/>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TITLE_AND_DESCRIPTION">
    <p:spTree>
      <p:nvGrpSpPr>
        <p:cNvPr id="211" name="Shape 211"/>
        <p:cNvGrpSpPr/>
        <p:nvPr/>
      </p:nvGrpSpPr>
      <p:grpSpPr>
        <a:xfrm>
          <a:off x="0" y="0"/>
          <a:ext cx="0" cy="0"/>
          <a:chOff x="0" y="0"/>
          <a:chExt cx="0" cy="0"/>
        </a:xfrm>
      </p:grpSpPr>
      <p:sp>
        <p:nvSpPr>
          <p:cNvPr id="212" name="Google Shape;212;p33"/>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3600"/>
              <a:buFont typeface="Hepta Slab Medium"/>
              <a:buNone/>
              <a:defRPr>
                <a:solidFill>
                  <a:schemeClr val="accent5"/>
                </a:solidFill>
                <a:latin typeface="Hepta Slab Medium"/>
                <a:ea typeface="Hepta Slab Medium"/>
                <a:cs typeface="Hepta Slab Medium"/>
                <a:sym typeface="Hepta Slab Medium"/>
              </a:defRPr>
            </a:lvl1pPr>
            <a:lvl2pPr lvl="1"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2pPr>
            <a:lvl3pPr lvl="2"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3pPr>
            <a:lvl4pPr lvl="3"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4pPr>
            <a:lvl5pPr lvl="4"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5pPr>
            <a:lvl6pPr lvl="5"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6pPr>
            <a:lvl7pPr lvl="6"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7pPr>
            <a:lvl8pPr lvl="7"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8pPr>
            <a:lvl9pPr lvl="8" algn="ctr">
              <a:spcBef>
                <a:spcPts val="0"/>
              </a:spcBef>
              <a:spcAft>
                <a:spcPts val="0"/>
              </a:spcAft>
              <a:buClr>
                <a:schemeClr val="accent5"/>
              </a:buClr>
              <a:buSzPts val="12800"/>
              <a:buFont typeface="Hepta Slab Medium"/>
              <a:buNone/>
              <a:defRPr sz="12800">
                <a:solidFill>
                  <a:schemeClr val="accent5"/>
                </a:solidFill>
                <a:latin typeface="Hepta Slab Medium"/>
                <a:ea typeface="Hepta Slab Medium"/>
                <a:cs typeface="Hepta Slab Medium"/>
                <a:sym typeface="Hepta Slab Medium"/>
              </a:defRPr>
            </a:lvl9pPr>
          </a:lstStyle>
          <a:p/>
        </p:txBody>
      </p:sp>
      <p:sp>
        <p:nvSpPr>
          <p:cNvPr id="213" name="Google Shape;213;p33"/>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12800"/>
              <a:buNone/>
              <a:defRPr sz="12800">
                <a:solidFill>
                  <a:schemeClr val="dk2"/>
                </a:solidFill>
              </a:defRPr>
            </a:lvl1pPr>
            <a:lvl2pPr lvl="1"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2pPr>
            <a:lvl3pPr lvl="2"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3pPr>
            <a:lvl4pPr lvl="3"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4pPr>
            <a:lvl5pPr lvl="4"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5pPr>
            <a:lvl6pPr lvl="5"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6pPr>
            <a:lvl7pPr lvl="6"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7pPr>
            <a:lvl8pPr lvl="7"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8pPr>
            <a:lvl9pPr lvl="8" algn="ctr">
              <a:spcBef>
                <a:spcPts val="0"/>
              </a:spcBef>
              <a:spcAft>
                <a:spcPts val="0"/>
              </a:spcAft>
              <a:buClr>
                <a:schemeClr val="dk2"/>
              </a:buClr>
              <a:buSzPts val="12800"/>
              <a:buNone/>
              <a:defRPr sz="12800">
                <a:solidFill>
                  <a:schemeClr val="dk2"/>
                </a:solidFill>
                <a:latin typeface="Barlow Light"/>
                <a:ea typeface="Barlow Light"/>
                <a:cs typeface="Barlow Light"/>
                <a:sym typeface="Barlow Light"/>
              </a:defRPr>
            </a:lvl9pPr>
          </a:lstStyle>
          <a:p/>
        </p:txBody>
      </p:sp>
      <p:sp>
        <p:nvSpPr>
          <p:cNvPr id="214" name="Google Shape;214;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ket Size / Pie Graph">
  <p:cSld name="CAPTION_ONLY">
    <p:bg>
      <p:bgPr>
        <a:solidFill>
          <a:schemeClr val="dk1"/>
        </a:solidFill>
      </p:bgPr>
    </p:bg>
    <p:spTree>
      <p:nvGrpSpPr>
        <p:cNvPr id="215" name="Shape 215"/>
        <p:cNvGrpSpPr/>
        <p:nvPr/>
      </p:nvGrpSpPr>
      <p:grpSpPr>
        <a:xfrm>
          <a:off x="0" y="0"/>
          <a:ext cx="0" cy="0"/>
          <a:chOff x="0" y="0"/>
          <a:chExt cx="0" cy="0"/>
        </a:xfrm>
      </p:grpSpPr>
      <p:sp>
        <p:nvSpPr>
          <p:cNvPr id="216" name="Google Shape;216;p34"/>
          <p:cNvSpPr/>
          <p:nvPr/>
        </p:nvSpPr>
        <p:spPr>
          <a:xfrm>
            <a:off x="0" y="0"/>
            <a:ext cx="9144000" cy="1631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4"/>
          <p:cNvSpPr txBox="1"/>
          <p:nvPr>
            <p:ph idx="1" type="subTitle"/>
          </p:nvPr>
        </p:nvSpPr>
        <p:spPr>
          <a:xfrm>
            <a:off x="791150" y="522625"/>
            <a:ext cx="4977300" cy="1108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Hepta Slab Medium"/>
              <a:buNone/>
              <a:defRPr sz="3600">
                <a:solidFill>
                  <a:schemeClr val="lt1"/>
                </a:solidFill>
                <a:latin typeface="Hepta Slab Medium"/>
                <a:ea typeface="Hepta Slab Medium"/>
                <a:cs typeface="Hepta Slab Medium"/>
                <a:sym typeface="Hepta Slab Medium"/>
              </a:defRPr>
            </a:lvl1pPr>
            <a:lvl2pPr lvl="1">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2pPr>
            <a:lvl3pPr lvl="2">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3pPr>
            <a:lvl4pPr lvl="3">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4pPr>
            <a:lvl5pPr lvl="4">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5pPr>
            <a:lvl6pPr lvl="5">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6pPr>
            <a:lvl7pPr lvl="6">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7pPr>
            <a:lvl8pPr lvl="7">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8pPr>
            <a:lvl9pPr lvl="8">
              <a:spcBef>
                <a:spcPts val="0"/>
              </a:spcBef>
              <a:spcAft>
                <a:spcPts val="0"/>
              </a:spcAft>
              <a:buClr>
                <a:schemeClr val="accent3"/>
              </a:buClr>
              <a:buSzPts val="1400"/>
              <a:buFont typeface="Hepta Slab Medium"/>
              <a:buNone/>
              <a:defRPr>
                <a:solidFill>
                  <a:schemeClr val="accent3"/>
                </a:solidFill>
                <a:latin typeface="Hepta Slab Medium"/>
                <a:ea typeface="Hepta Slab Medium"/>
                <a:cs typeface="Hepta Slab Medium"/>
                <a:sym typeface="Hepta Slab Medium"/>
              </a:defRPr>
            </a:lvl9pPr>
          </a:lstStyle>
          <a:p/>
        </p:txBody>
      </p:sp>
      <p:sp>
        <p:nvSpPr>
          <p:cNvPr id="218" name="Google Shape;218;p34"/>
          <p:cNvSpPr txBox="1"/>
          <p:nvPr>
            <p:ph idx="2" type="body"/>
          </p:nvPr>
        </p:nvSpPr>
        <p:spPr>
          <a:xfrm>
            <a:off x="714950" y="1989025"/>
            <a:ext cx="2792400" cy="2804100"/>
          </a:xfrm>
          <a:prstGeom prst="rect">
            <a:avLst/>
          </a:prstGeom>
        </p:spPr>
        <p:txBody>
          <a:bodyPr anchorCtr="0" anchor="t" bIns="91425" lIns="91425" spcFirstLastPara="1" rIns="91425" wrap="square" tIns="91425">
            <a:noAutofit/>
          </a:bodyPr>
          <a:lstStyle>
            <a:lvl1pPr indent="-323850" lvl="0" marL="457200">
              <a:spcBef>
                <a:spcPts val="0"/>
              </a:spcBef>
              <a:spcAft>
                <a:spcPts val="0"/>
              </a:spcAft>
              <a:buClr>
                <a:schemeClr val="lt1"/>
              </a:buClr>
              <a:buSzPts val="1500"/>
              <a:buChar char="●"/>
              <a:defRPr>
                <a:solidFill>
                  <a:schemeClr val="lt1"/>
                </a:solidFill>
              </a:defRPr>
            </a:lvl1pPr>
            <a:lvl2pPr indent="-323850" lvl="1" marL="914400">
              <a:spcBef>
                <a:spcPts val="0"/>
              </a:spcBef>
              <a:spcAft>
                <a:spcPts val="0"/>
              </a:spcAft>
              <a:buClr>
                <a:schemeClr val="lt1"/>
              </a:buClr>
              <a:buSzPts val="1500"/>
              <a:buChar char="○"/>
              <a:defRPr sz="1500">
                <a:solidFill>
                  <a:schemeClr val="lt1"/>
                </a:solidFill>
              </a:defRPr>
            </a:lvl2pPr>
            <a:lvl3pPr indent="-323850" lvl="2" marL="1371600">
              <a:spcBef>
                <a:spcPts val="0"/>
              </a:spcBef>
              <a:spcAft>
                <a:spcPts val="0"/>
              </a:spcAft>
              <a:buClr>
                <a:schemeClr val="lt1"/>
              </a:buClr>
              <a:buSzPts val="1500"/>
              <a:buChar char="■"/>
              <a:defRPr sz="1500">
                <a:solidFill>
                  <a:schemeClr val="lt1"/>
                </a:solidFill>
              </a:defRPr>
            </a:lvl3pPr>
            <a:lvl4pPr indent="-323850" lvl="3" marL="1828800">
              <a:spcBef>
                <a:spcPts val="0"/>
              </a:spcBef>
              <a:spcAft>
                <a:spcPts val="0"/>
              </a:spcAft>
              <a:buClr>
                <a:schemeClr val="lt1"/>
              </a:buClr>
              <a:buSzPts val="1500"/>
              <a:buChar char="●"/>
              <a:defRPr sz="1500">
                <a:solidFill>
                  <a:schemeClr val="lt1"/>
                </a:solidFill>
              </a:defRPr>
            </a:lvl4pPr>
            <a:lvl5pPr indent="-323850" lvl="4" marL="2286000">
              <a:spcBef>
                <a:spcPts val="0"/>
              </a:spcBef>
              <a:spcAft>
                <a:spcPts val="0"/>
              </a:spcAft>
              <a:buClr>
                <a:schemeClr val="lt1"/>
              </a:buClr>
              <a:buSzPts val="1500"/>
              <a:buChar char="○"/>
              <a:defRPr sz="1500">
                <a:solidFill>
                  <a:schemeClr val="lt1"/>
                </a:solidFill>
              </a:defRPr>
            </a:lvl5pPr>
            <a:lvl6pPr indent="-323850" lvl="5" marL="2743200">
              <a:spcBef>
                <a:spcPts val="0"/>
              </a:spcBef>
              <a:spcAft>
                <a:spcPts val="0"/>
              </a:spcAft>
              <a:buClr>
                <a:schemeClr val="lt1"/>
              </a:buClr>
              <a:buSzPts val="1500"/>
              <a:buChar char="■"/>
              <a:defRPr sz="1500">
                <a:solidFill>
                  <a:schemeClr val="lt1"/>
                </a:solidFill>
              </a:defRPr>
            </a:lvl6pPr>
            <a:lvl7pPr indent="-323850" lvl="6" marL="3200400">
              <a:spcBef>
                <a:spcPts val="0"/>
              </a:spcBef>
              <a:spcAft>
                <a:spcPts val="0"/>
              </a:spcAft>
              <a:buClr>
                <a:schemeClr val="lt1"/>
              </a:buClr>
              <a:buSzPts val="1500"/>
              <a:buChar char="●"/>
              <a:defRPr sz="1500">
                <a:solidFill>
                  <a:schemeClr val="lt1"/>
                </a:solidFill>
              </a:defRPr>
            </a:lvl7pPr>
            <a:lvl8pPr indent="-323850" lvl="7" marL="3657600">
              <a:spcBef>
                <a:spcPts val="0"/>
              </a:spcBef>
              <a:spcAft>
                <a:spcPts val="0"/>
              </a:spcAft>
              <a:buClr>
                <a:schemeClr val="lt1"/>
              </a:buClr>
              <a:buSzPts val="1500"/>
              <a:buChar char="○"/>
              <a:defRPr sz="1500">
                <a:solidFill>
                  <a:schemeClr val="lt1"/>
                </a:solidFill>
              </a:defRPr>
            </a:lvl8pPr>
            <a:lvl9pPr indent="-323850" lvl="8" marL="4114800">
              <a:spcBef>
                <a:spcPts val="0"/>
              </a:spcBef>
              <a:spcAft>
                <a:spcPts val="0"/>
              </a:spcAft>
              <a:buClr>
                <a:schemeClr val="lt1"/>
              </a:buClr>
              <a:buSzPts val="1500"/>
              <a:buChar char="■"/>
              <a:defRPr sz="1500">
                <a:solidFill>
                  <a:schemeClr val="lt1"/>
                </a:solidFill>
              </a:defRPr>
            </a:lvl9pPr>
          </a:lstStyle>
          <a:p/>
        </p:txBody>
      </p:sp>
      <p:sp>
        <p:nvSpPr>
          <p:cNvPr id="219" name="Google Shape;219;p3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220" name="Google Shape;220;p34"/>
          <p:cNvSpPr/>
          <p:nvPr/>
        </p:nvSpPr>
        <p:spPr>
          <a:xfrm>
            <a:off x="4416275" y="1976923"/>
            <a:ext cx="4045200" cy="28713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34"/>
          <p:cNvSpPr/>
          <p:nvPr/>
        </p:nvSpPr>
        <p:spPr>
          <a:xfrm rot="444408">
            <a:off x="5636457" y="2500588"/>
            <a:ext cx="1505663" cy="1505327"/>
          </a:xfrm>
          <a:prstGeom prst="pie">
            <a:avLst>
              <a:gd fmla="val 8241844" name="adj1"/>
              <a:gd fmla="val 12554936" name="adj2"/>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SzPts val="1100"/>
              <a:buNone/>
            </a:pPr>
            <a:r>
              <a:t/>
            </a:r>
            <a:endParaRPr sz="110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fferentiators / 4 column text">
  <p:cSld name="BIG_NUMBER">
    <p:bg>
      <p:bgPr>
        <a:solidFill>
          <a:schemeClr val="dk1"/>
        </a:solidFill>
      </p:bgPr>
    </p:bg>
    <p:spTree>
      <p:nvGrpSpPr>
        <p:cNvPr id="222" name="Shape 222"/>
        <p:cNvGrpSpPr/>
        <p:nvPr/>
      </p:nvGrpSpPr>
      <p:grpSpPr>
        <a:xfrm>
          <a:off x="0" y="0"/>
          <a:ext cx="0" cy="0"/>
          <a:chOff x="0" y="0"/>
          <a:chExt cx="0" cy="0"/>
        </a:xfrm>
      </p:grpSpPr>
      <p:sp>
        <p:nvSpPr>
          <p:cNvPr id="223" name="Google Shape;223;p35"/>
          <p:cNvSpPr/>
          <p:nvPr/>
        </p:nvSpPr>
        <p:spPr>
          <a:xfrm>
            <a:off x="0" y="1324925"/>
            <a:ext cx="4572000" cy="1910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224" name="Google Shape;224;p35"/>
          <p:cNvSpPr/>
          <p:nvPr/>
        </p:nvSpPr>
        <p:spPr>
          <a:xfrm>
            <a:off x="0" y="3235076"/>
            <a:ext cx="4572000" cy="191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dk2"/>
              </a:solidFill>
            </a:endParaRPr>
          </a:p>
        </p:txBody>
      </p:sp>
      <p:sp>
        <p:nvSpPr>
          <p:cNvPr id="225" name="Google Shape;225;p35"/>
          <p:cNvSpPr/>
          <p:nvPr/>
        </p:nvSpPr>
        <p:spPr>
          <a:xfrm>
            <a:off x="4571892" y="3235076"/>
            <a:ext cx="4572000" cy="1914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lt1"/>
              </a:solidFill>
            </a:endParaRPr>
          </a:p>
        </p:txBody>
      </p:sp>
      <p:sp>
        <p:nvSpPr>
          <p:cNvPr id="226" name="Google Shape;226;p35"/>
          <p:cNvSpPr/>
          <p:nvPr/>
        </p:nvSpPr>
        <p:spPr>
          <a:xfrm>
            <a:off x="4571892" y="1324925"/>
            <a:ext cx="4572000" cy="1910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solidFill>
                <a:schemeClr val="accent5"/>
              </a:solidFill>
            </a:endParaRPr>
          </a:p>
        </p:txBody>
      </p:sp>
      <p:sp>
        <p:nvSpPr>
          <p:cNvPr id="227" name="Google Shape;227;p35"/>
          <p:cNvSpPr txBox="1"/>
          <p:nvPr>
            <p:ph idx="1" type="subTitle"/>
          </p:nvPr>
        </p:nvSpPr>
        <p:spPr>
          <a:xfrm>
            <a:off x="480420" y="290626"/>
            <a:ext cx="3592200" cy="33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28" name="Google Shape;228;p35"/>
          <p:cNvSpPr txBox="1"/>
          <p:nvPr>
            <p:ph idx="2" type="body"/>
          </p:nvPr>
        </p:nvSpPr>
        <p:spPr>
          <a:xfrm>
            <a:off x="480425" y="610475"/>
            <a:ext cx="4878300" cy="6003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29" name="Google Shape;229;p3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dk2"/>
                </a:solidFill>
              </a:defRPr>
            </a:lvl1pPr>
            <a:lvl2pPr lvl="1" rtl="0">
              <a:buNone/>
              <a:defRPr sz="1100">
                <a:solidFill>
                  <a:schemeClr val="dk2"/>
                </a:solidFill>
              </a:defRPr>
            </a:lvl2pPr>
            <a:lvl3pPr lvl="2" rtl="0">
              <a:buNone/>
              <a:defRPr sz="1100">
                <a:solidFill>
                  <a:schemeClr val="dk2"/>
                </a:solidFill>
              </a:defRPr>
            </a:lvl3pPr>
            <a:lvl4pPr lvl="3" rtl="0">
              <a:buNone/>
              <a:defRPr sz="1100">
                <a:solidFill>
                  <a:schemeClr val="dk2"/>
                </a:solidFill>
              </a:defRPr>
            </a:lvl4pPr>
            <a:lvl5pPr lvl="4" rtl="0">
              <a:buNone/>
              <a:defRPr sz="1100">
                <a:solidFill>
                  <a:schemeClr val="dk2"/>
                </a:solidFill>
              </a:defRPr>
            </a:lvl5pPr>
            <a:lvl6pPr lvl="5" rtl="0">
              <a:buNone/>
              <a:defRPr sz="1100">
                <a:solidFill>
                  <a:schemeClr val="dk2"/>
                </a:solidFill>
              </a:defRPr>
            </a:lvl6pPr>
            <a:lvl7pPr lvl="6" rtl="0">
              <a:buNone/>
              <a:defRPr sz="1100">
                <a:solidFill>
                  <a:schemeClr val="dk2"/>
                </a:solidFill>
              </a:defRPr>
            </a:lvl7pPr>
            <a:lvl8pPr lvl="7" rtl="0">
              <a:buNone/>
              <a:defRPr sz="1100">
                <a:solidFill>
                  <a:schemeClr val="dk2"/>
                </a:solidFill>
              </a:defRPr>
            </a:lvl8pPr>
            <a:lvl9pPr lvl="8" rtl="0">
              <a:buNone/>
              <a:defRPr sz="11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blank">
  <p:cSld name="BLANK">
    <p:spTree>
      <p:nvGrpSpPr>
        <p:cNvPr id="230" name="Shape 230"/>
        <p:cNvGrpSpPr/>
        <p:nvPr/>
      </p:nvGrpSpPr>
      <p:grpSpPr>
        <a:xfrm>
          <a:off x="0" y="0"/>
          <a:ext cx="0" cy="0"/>
          <a:chOff x="0" y="0"/>
          <a:chExt cx="0" cy="0"/>
        </a:xfrm>
      </p:grpSpPr>
      <p:sp>
        <p:nvSpPr>
          <p:cNvPr id="231" name="Google Shape;231;p36"/>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32" name="Google Shape;232;p36"/>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1"/>
              </a:buClr>
              <a:buSzPts val="12800"/>
              <a:buNone/>
              <a:defRPr sz="12800">
                <a:solidFill>
                  <a:schemeClr val="accent1"/>
                </a:solidFill>
              </a:defRPr>
            </a:lvl1pPr>
            <a:lvl2pPr lvl="1"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2pPr>
            <a:lvl3pPr lvl="2"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3pPr>
            <a:lvl4pPr lvl="3"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4pPr>
            <a:lvl5pPr lvl="4"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5pPr>
            <a:lvl6pPr lvl="5"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6pPr>
            <a:lvl7pPr lvl="6"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7pPr>
            <a:lvl8pPr lvl="7"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8pPr>
            <a:lvl9pPr lvl="8" algn="ctr">
              <a:spcBef>
                <a:spcPts val="0"/>
              </a:spcBef>
              <a:spcAft>
                <a:spcPts val="0"/>
              </a:spcAft>
              <a:buClr>
                <a:schemeClr val="accent1"/>
              </a:buClr>
              <a:buSzPts val="12800"/>
              <a:buNone/>
              <a:defRPr sz="12800">
                <a:solidFill>
                  <a:schemeClr val="accent1"/>
                </a:solidFill>
                <a:latin typeface="Barlow Light"/>
                <a:ea typeface="Barlow Light"/>
                <a:cs typeface="Barlow Light"/>
                <a:sym typeface="Barlow Light"/>
              </a:defRPr>
            </a:lvl9pPr>
          </a:lstStyle>
          <a:p/>
        </p:txBody>
      </p:sp>
      <p:sp>
        <p:nvSpPr>
          <p:cNvPr id="233" name="Google Shape;233;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ext">
  <p:cSld name="TITLE_1">
    <p:bg>
      <p:bgPr>
        <a:solidFill>
          <a:schemeClr val="dk1"/>
        </a:solidFill>
      </p:bgPr>
    </p:bg>
    <p:spTree>
      <p:nvGrpSpPr>
        <p:cNvPr id="234" name="Shape 234"/>
        <p:cNvGrpSpPr/>
        <p:nvPr/>
      </p:nvGrpSpPr>
      <p:grpSpPr>
        <a:xfrm>
          <a:off x="0" y="0"/>
          <a:ext cx="0" cy="0"/>
          <a:chOff x="0" y="0"/>
          <a:chExt cx="0" cy="0"/>
        </a:xfrm>
      </p:grpSpPr>
      <p:sp>
        <p:nvSpPr>
          <p:cNvPr id="235" name="Google Shape;235;p37"/>
          <p:cNvSpPr/>
          <p:nvPr/>
        </p:nvSpPr>
        <p:spPr>
          <a:xfrm>
            <a:off x="0" y="0"/>
            <a:ext cx="9144000" cy="16311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7"/>
          <p:cNvSpPr txBox="1"/>
          <p:nvPr>
            <p:ph idx="1" type="subTitle"/>
          </p:nvPr>
        </p:nvSpPr>
        <p:spPr>
          <a:xfrm>
            <a:off x="791150" y="522625"/>
            <a:ext cx="5938800" cy="11082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3600"/>
              <a:buFont typeface="Hepta Slab Medium"/>
              <a:buNone/>
              <a:defRPr sz="3600">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37" name="Google Shape;237;p37"/>
          <p:cNvSpPr txBox="1"/>
          <p:nvPr>
            <p:ph idx="2" type="body"/>
          </p:nvPr>
        </p:nvSpPr>
        <p:spPr>
          <a:xfrm>
            <a:off x="810075" y="2065225"/>
            <a:ext cx="7539900" cy="27774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lt1"/>
              </a:buClr>
              <a:buSzPts val="2800"/>
              <a:buChar char="●"/>
              <a:defRPr sz="2800">
                <a:solidFill>
                  <a:schemeClr val="lt1"/>
                </a:solidFill>
              </a:defRPr>
            </a:lvl1pPr>
            <a:lvl2pPr indent="-406400" lvl="1" marL="914400">
              <a:spcBef>
                <a:spcPts val="0"/>
              </a:spcBef>
              <a:spcAft>
                <a:spcPts val="0"/>
              </a:spcAft>
              <a:buClr>
                <a:schemeClr val="lt1"/>
              </a:buClr>
              <a:buSzPts val="2800"/>
              <a:buChar char="○"/>
              <a:defRPr sz="2800">
                <a:solidFill>
                  <a:schemeClr val="lt1"/>
                </a:solidFill>
              </a:defRPr>
            </a:lvl2pPr>
            <a:lvl3pPr indent="-406400" lvl="2" marL="1371600">
              <a:spcBef>
                <a:spcPts val="0"/>
              </a:spcBef>
              <a:spcAft>
                <a:spcPts val="0"/>
              </a:spcAft>
              <a:buClr>
                <a:schemeClr val="lt1"/>
              </a:buClr>
              <a:buSzPts val="2800"/>
              <a:buChar char="■"/>
              <a:defRPr sz="2800">
                <a:solidFill>
                  <a:schemeClr val="lt1"/>
                </a:solidFill>
              </a:defRPr>
            </a:lvl3pPr>
            <a:lvl4pPr indent="-406400" lvl="3" marL="1828800">
              <a:spcBef>
                <a:spcPts val="0"/>
              </a:spcBef>
              <a:spcAft>
                <a:spcPts val="0"/>
              </a:spcAft>
              <a:buClr>
                <a:schemeClr val="lt1"/>
              </a:buClr>
              <a:buSzPts val="2800"/>
              <a:buChar char="●"/>
              <a:defRPr sz="2800">
                <a:solidFill>
                  <a:schemeClr val="lt1"/>
                </a:solidFill>
              </a:defRPr>
            </a:lvl4pPr>
            <a:lvl5pPr indent="-406400" lvl="4" marL="2286000">
              <a:spcBef>
                <a:spcPts val="0"/>
              </a:spcBef>
              <a:spcAft>
                <a:spcPts val="0"/>
              </a:spcAft>
              <a:buClr>
                <a:schemeClr val="lt1"/>
              </a:buClr>
              <a:buSzPts val="2800"/>
              <a:buChar char="○"/>
              <a:defRPr sz="2800">
                <a:solidFill>
                  <a:schemeClr val="lt1"/>
                </a:solidFill>
              </a:defRPr>
            </a:lvl5pPr>
            <a:lvl6pPr indent="-406400" lvl="5" marL="2743200">
              <a:spcBef>
                <a:spcPts val="0"/>
              </a:spcBef>
              <a:spcAft>
                <a:spcPts val="0"/>
              </a:spcAft>
              <a:buClr>
                <a:schemeClr val="lt1"/>
              </a:buClr>
              <a:buSzPts val="2800"/>
              <a:buChar char="■"/>
              <a:defRPr sz="2800">
                <a:solidFill>
                  <a:schemeClr val="lt1"/>
                </a:solidFill>
              </a:defRPr>
            </a:lvl6pPr>
            <a:lvl7pPr indent="-406400" lvl="6" marL="3200400">
              <a:spcBef>
                <a:spcPts val="0"/>
              </a:spcBef>
              <a:spcAft>
                <a:spcPts val="0"/>
              </a:spcAft>
              <a:buClr>
                <a:schemeClr val="lt1"/>
              </a:buClr>
              <a:buSzPts val="2800"/>
              <a:buChar char="●"/>
              <a:defRPr sz="2800">
                <a:solidFill>
                  <a:schemeClr val="lt1"/>
                </a:solidFill>
              </a:defRPr>
            </a:lvl7pPr>
            <a:lvl8pPr indent="-406400" lvl="7" marL="3657600">
              <a:spcBef>
                <a:spcPts val="0"/>
              </a:spcBef>
              <a:spcAft>
                <a:spcPts val="0"/>
              </a:spcAft>
              <a:buClr>
                <a:schemeClr val="lt1"/>
              </a:buClr>
              <a:buSzPts val="2800"/>
              <a:buChar char="○"/>
              <a:defRPr sz="2800">
                <a:solidFill>
                  <a:schemeClr val="lt1"/>
                </a:solidFill>
              </a:defRPr>
            </a:lvl8pPr>
            <a:lvl9pPr indent="-406400" lvl="8" marL="4114800">
              <a:spcBef>
                <a:spcPts val="0"/>
              </a:spcBef>
              <a:spcAft>
                <a:spcPts val="0"/>
              </a:spcAft>
              <a:buClr>
                <a:schemeClr val="lt1"/>
              </a:buClr>
              <a:buSzPts val="2800"/>
              <a:buChar char="■"/>
              <a:defRPr sz="2800">
                <a:solidFill>
                  <a:schemeClr val="lt1"/>
                </a:solidFill>
              </a:defRPr>
            </a:lvl9pPr>
          </a:lstStyle>
          <a:p/>
        </p:txBody>
      </p:sp>
      <p:sp>
        <p:nvSpPr>
          <p:cNvPr id="238" name="Google Shape;238;p37"/>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Background Image + Text">
  <p:cSld name="CUSTOM">
    <p:spTree>
      <p:nvGrpSpPr>
        <p:cNvPr id="239" name="Shape 239"/>
        <p:cNvGrpSpPr/>
        <p:nvPr/>
      </p:nvGrpSpPr>
      <p:grpSpPr>
        <a:xfrm>
          <a:off x="0" y="0"/>
          <a:ext cx="0" cy="0"/>
          <a:chOff x="0" y="0"/>
          <a:chExt cx="0" cy="0"/>
        </a:xfrm>
      </p:grpSpPr>
      <p:sp>
        <p:nvSpPr>
          <p:cNvPr id="240" name="Google Shape;240;p38"/>
          <p:cNvSpPr/>
          <p:nvPr>
            <p:ph idx="2" type="pic"/>
          </p:nvPr>
        </p:nvSpPr>
        <p:spPr>
          <a:xfrm>
            <a:off x="0" y="0"/>
            <a:ext cx="9144000" cy="5143500"/>
          </a:xfrm>
          <a:prstGeom prst="rect">
            <a:avLst/>
          </a:prstGeom>
          <a:noFill/>
          <a:ln>
            <a:noFill/>
          </a:ln>
        </p:spPr>
      </p:sp>
      <p:sp>
        <p:nvSpPr>
          <p:cNvPr id="241" name="Google Shape;241;p38"/>
          <p:cNvSpPr txBox="1"/>
          <p:nvPr>
            <p:ph idx="1" type="body"/>
          </p:nvPr>
        </p:nvSpPr>
        <p:spPr>
          <a:xfrm>
            <a:off x="4655675" y="956675"/>
            <a:ext cx="3965400" cy="775200"/>
          </a:xfrm>
          <a:prstGeom prst="rect">
            <a:avLst/>
          </a:prstGeom>
          <a:solidFill>
            <a:schemeClr val="lt1"/>
          </a:solidFill>
        </p:spPr>
        <p:txBody>
          <a:bodyPr anchorCtr="0" anchor="t" bIns="274300" lIns="274300" spcFirstLastPara="1" rIns="274300" wrap="square" tIns="0">
            <a:noAutofit/>
          </a:bodyPr>
          <a:lstStyle>
            <a:lvl1pPr indent="-298450" lvl="0" marL="457200">
              <a:spcBef>
                <a:spcPts val="0"/>
              </a:spcBef>
              <a:spcAft>
                <a:spcPts val="0"/>
              </a:spcAft>
              <a:buClr>
                <a:schemeClr val="dk1"/>
              </a:buClr>
              <a:buSzPts val="1100"/>
              <a:buFont typeface="Barlow"/>
              <a:buChar char="●"/>
              <a:defRPr sz="1100">
                <a:latin typeface="Barlow"/>
                <a:ea typeface="Barlow"/>
                <a:cs typeface="Barlow"/>
                <a:sym typeface="Barlow"/>
              </a:defRPr>
            </a:lvl1pPr>
            <a:lvl2pPr indent="-298450" lvl="1" marL="914400">
              <a:spcBef>
                <a:spcPts val="0"/>
              </a:spcBef>
              <a:spcAft>
                <a:spcPts val="0"/>
              </a:spcAft>
              <a:buClr>
                <a:schemeClr val="dk1"/>
              </a:buClr>
              <a:buSzPts val="1100"/>
              <a:buFont typeface="Barlow"/>
              <a:buChar char="○"/>
              <a:defRPr sz="1100">
                <a:latin typeface="Barlow"/>
                <a:ea typeface="Barlow"/>
                <a:cs typeface="Barlow"/>
                <a:sym typeface="Barlow"/>
              </a:defRPr>
            </a:lvl2pPr>
            <a:lvl3pPr indent="-298450" lvl="2" marL="1371600">
              <a:spcBef>
                <a:spcPts val="0"/>
              </a:spcBef>
              <a:spcAft>
                <a:spcPts val="0"/>
              </a:spcAft>
              <a:buClr>
                <a:schemeClr val="dk1"/>
              </a:buClr>
              <a:buSzPts val="1100"/>
              <a:buFont typeface="Barlow"/>
              <a:buChar char="■"/>
              <a:defRPr sz="1100">
                <a:latin typeface="Barlow"/>
                <a:ea typeface="Barlow"/>
                <a:cs typeface="Barlow"/>
                <a:sym typeface="Barlow"/>
              </a:defRPr>
            </a:lvl3pPr>
            <a:lvl4pPr indent="-298450" lvl="3" marL="1828800">
              <a:spcBef>
                <a:spcPts val="0"/>
              </a:spcBef>
              <a:spcAft>
                <a:spcPts val="0"/>
              </a:spcAft>
              <a:buClr>
                <a:schemeClr val="dk1"/>
              </a:buClr>
              <a:buSzPts val="1100"/>
              <a:buFont typeface="Barlow"/>
              <a:buChar char="●"/>
              <a:defRPr sz="1100">
                <a:latin typeface="Barlow"/>
                <a:ea typeface="Barlow"/>
                <a:cs typeface="Barlow"/>
                <a:sym typeface="Barlow"/>
              </a:defRPr>
            </a:lvl4pPr>
            <a:lvl5pPr indent="-298450" lvl="4" marL="2286000">
              <a:spcBef>
                <a:spcPts val="0"/>
              </a:spcBef>
              <a:spcAft>
                <a:spcPts val="0"/>
              </a:spcAft>
              <a:buClr>
                <a:schemeClr val="dk1"/>
              </a:buClr>
              <a:buSzPts val="1100"/>
              <a:buFont typeface="Barlow"/>
              <a:buChar char="○"/>
              <a:defRPr>
                <a:latin typeface="Barlow"/>
                <a:ea typeface="Barlow"/>
                <a:cs typeface="Barlow"/>
                <a:sym typeface="Barlow"/>
              </a:defRPr>
            </a:lvl5pPr>
            <a:lvl6pPr indent="-298450" lvl="5" marL="2743200">
              <a:spcBef>
                <a:spcPts val="0"/>
              </a:spcBef>
              <a:spcAft>
                <a:spcPts val="0"/>
              </a:spcAft>
              <a:buClr>
                <a:schemeClr val="dk1"/>
              </a:buClr>
              <a:buSzPts val="1100"/>
              <a:buFont typeface="Barlow"/>
              <a:buChar char="■"/>
              <a:defRPr sz="1100">
                <a:latin typeface="Barlow"/>
                <a:ea typeface="Barlow"/>
                <a:cs typeface="Barlow"/>
                <a:sym typeface="Barlow"/>
              </a:defRPr>
            </a:lvl6pPr>
            <a:lvl7pPr indent="-298450" lvl="6" marL="3200400">
              <a:spcBef>
                <a:spcPts val="0"/>
              </a:spcBef>
              <a:spcAft>
                <a:spcPts val="0"/>
              </a:spcAft>
              <a:buClr>
                <a:schemeClr val="dk1"/>
              </a:buClr>
              <a:buSzPts val="1100"/>
              <a:buFont typeface="Barlow"/>
              <a:buChar char="●"/>
              <a:defRPr sz="1100">
                <a:latin typeface="Barlow"/>
                <a:ea typeface="Barlow"/>
                <a:cs typeface="Barlow"/>
                <a:sym typeface="Barlow"/>
              </a:defRPr>
            </a:lvl7pPr>
            <a:lvl8pPr indent="-298450" lvl="7" marL="3657600">
              <a:spcBef>
                <a:spcPts val="0"/>
              </a:spcBef>
              <a:spcAft>
                <a:spcPts val="0"/>
              </a:spcAft>
              <a:buClr>
                <a:schemeClr val="dk1"/>
              </a:buClr>
              <a:buSzPts val="1100"/>
              <a:buFont typeface="Barlow"/>
              <a:buChar char="○"/>
              <a:defRPr sz="1100">
                <a:latin typeface="Barlow"/>
                <a:ea typeface="Barlow"/>
                <a:cs typeface="Barlow"/>
                <a:sym typeface="Barlow"/>
              </a:defRPr>
            </a:lvl8pPr>
            <a:lvl9pPr indent="-298450" lvl="8" marL="4114800">
              <a:spcBef>
                <a:spcPts val="0"/>
              </a:spcBef>
              <a:spcAft>
                <a:spcPts val="0"/>
              </a:spcAft>
              <a:buClr>
                <a:schemeClr val="dk1"/>
              </a:buClr>
              <a:buSzPts val="1100"/>
              <a:buFont typeface="Barlow"/>
              <a:buChar char="■"/>
              <a:defRPr sz="1100">
                <a:latin typeface="Barlow"/>
                <a:ea typeface="Barlow"/>
                <a:cs typeface="Barlow"/>
                <a:sym typeface="Barlow"/>
              </a:defRPr>
            </a:lvl9pPr>
          </a:lstStyle>
          <a:p/>
        </p:txBody>
      </p:sp>
      <p:sp>
        <p:nvSpPr>
          <p:cNvPr id="242" name="Google Shape;242;p38"/>
          <p:cNvSpPr txBox="1"/>
          <p:nvPr>
            <p:ph idx="3" type="subTitle"/>
          </p:nvPr>
        </p:nvSpPr>
        <p:spPr>
          <a:xfrm>
            <a:off x="4655675" y="522900"/>
            <a:ext cx="3965400" cy="442800"/>
          </a:xfrm>
          <a:prstGeom prst="rect">
            <a:avLst/>
          </a:prstGeom>
          <a:solidFill>
            <a:schemeClr val="lt1"/>
          </a:solidFill>
        </p:spPr>
        <p:txBody>
          <a:bodyPr anchorCtr="0" anchor="b" bIns="0" lIns="274300" spcFirstLastPara="1" rIns="274300" wrap="square" tIns="27430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43" name="Google Shape;243;p38"/>
          <p:cNvSpPr txBox="1"/>
          <p:nvPr>
            <p:ph idx="4" type="body"/>
          </p:nvPr>
        </p:nvSpPr>
        <p:spPr>
          <a:xfrm>
            <a:off x="524350" y="4144800"/>
            <a:ext cx="1558800" cy="475800"/>
          </a:xfrm>
          <a:prstGeom prst="rect">
            <a:avLst/>
          </a:prstGeom>
          <a:solidFill>
            <a:schemeClr val="lt1"/>
          </a:solidFill>
        </p:spPr>
        <p:txBody>
          <a:bodyPr anchorCtr="0" anchor="t" bIns="137150" lIns="137150" spcFirstLastPara="1" rIns="137150" wrap="square" tIns="137150">
            <a:noAutofit/>
          </a:bodyPr>
          <a:lstStyle>
            <a:lvl1pPr indent="-273050" lvl="0" marL="457200">
              <a:spcBef>
                <a:spcPts val="0"/>
              </a:spcBef>
              <a:spcAft>
                <a:spcPts val="0"/>
              </a:spcAft>
              <a:buClr>
                <a:schemeClr val="dk1"/>
              </a:buClr>
              <a:buSzPts val="700"/>
              <a:buFont typeface="Barlow"/>
              <a:buChar char="●"/>
              <a:defRPr sz="700">
                <a:latin typeface="Barlow"/>
                <a:ea typeface="Barlow"/>
                <a:cs typeface="Barlow"/>
                <a:sym typeface="Barlow"/>
              </a:defRPr>
            </a:lvl1pPr>
            <a:lvl2pPr indent="-273050" lvl="1" marL="914400">
              <a:spcBef>
                <a:spcPts val="0"/>
              </a:spcBef>
              <a:spcAft>
                <a:spcPts val="0"/>
              </a:spcAft>
              <a:buClr>
                <a:schemeClr val="dk1"/>
              </a:buClr>
              <a:buSzPts val="700"/>
              <a:buFont typeface="Barlow"/>
              <a:buChar char="○"/>
              <a:defRPr sz="700">
                <a:latin typeface="Barlow"/>
                <a:ea typeface="Barlow"/>
                <a:cs typeface="Barlow"/>
                <a:sym typeface="Barlow"/>
              </a:defRPr>
            </a:lvl2pPr>
            <a:lvl3pPr indent="-273050" lvl="2" marL="1371600">
              <a:spcBef>
                <a:spcPts val="0"/>
              </a:spcBef>
              <a:spcAft>
                <a:spcPts val="0"/>
              </a:spcAft>
              <a:buClr>
                <a:schemeClr val="dk1"/>
              </a:buClr>
              <a:buSzPts val="700"/>
              <a:buFont typeface="Barlow"/>
              <a:buChar char="■"/>
              <a:defRPr sz="700">
                <a:latin typeface="Barlow"/>
                <a:ea typeface="Barlow"/>
                <a:cs typeface="Barlow"/>
                <a:sym typeface="Barlow"/>
              </a:defRPr>
            </a:lvl3pPr>
            <a:lvl4pPr indent="-273050" lvl="3" marL="1828800">
              <a:spcBef>
                <a:spcPts val="0"/>
              </a:spcBef>
              <a:spcAft>
                <a:spcPts val="0"/>
              </a:spcAft>
              <a:buClr>
                <a:schemeClr val="dk1"/>
              </a:buClr>
              <a:buSzPts val="700"/>
              <a:buFont typeface="Barlow"/>
              <a:buChar char="●"/>
              <a:defRPr sz="700">
                <a:latin typeface="Barlow"/>
                <a:ea typeface="Barlow"/>
                <a:cs typeface="Barlow"/>
                <a:sym typeface="Barlow"/>
              </a:defRPr>
            </a:lvl4pPr>
            <a:lvl5pPr indent="-273050" lvl="4" marL="2286000">
              <a:spcBef>
                <a:spcPts val="0"/>
              </a:spcBef>
              <a:spcAft>
                <a:spcPts val="0"/>
              </a:spcAft>
              <a:buClr>
                <a:schemeClr val="dk1"/>
              </a:buClr>
              <a:buSzPts val="700"/>
              <a:buFont typeface="Barlow"/>
              <a:buChar char="○"/>
              <a:defRPr sz="700">
                <a:latin typeface="Barlow"/>
                <a:ea typeface="Barlow"/>
                <a:cs typeface="Barlow"/>
                <a:sym typeface="Barlow"/>
              </a:defRPr>
            </a:lvl5pPr>
            <a:lvl6pPr indent="-273050" lvl="5" marL="2743200">
              <a:spcBef>
                <a:spcPts val="0"/>
              </a:spcBef>
              <a:spcAft>
                <a:spcPts val="0"/>
              </a:spcAft>
              <a:buClr>
                <a:schemeClr val="dk1"/>
              </a:buClr>
              <a:buSzPts val="700"/>
              <a:buFont typeface="Barlow"/>
              <a:buChar char="■"/>
              <a:defRPr sz="700">
                <a:latin typeface="Barlow"/>
                <a:ea typeface="Barlow"/>
                <a:cs typeface="Barlow"/>
                <a:sym typeface="Barlow"/>
              </a:defRPr>
            </a:lvl6pPr>
            <a:lvl7pPr indent="-273050" lvl="6" marL="3200400">
              <a:spcBef>
                <a:spcPts val="0"/>
              </a:spcBef>
              <a:spcAft>
                <a:spcPts val="0"/>
              </a:spcAft>
              <a:buClr>
                <a:schemeClr val="dk1"/>
              </a:buClr>
              <a:buSzPts val="700"/>
              <a:buFont typeface="Barlow"/>
              <a:buChar char="●"/>
              <a:defRPr sz="700">
                <a:latin typeface="Barlow"/>
                <a:ea typeface="Barlow"/>
                <a:cs typeface="Barlow"/>
                <a:sym typeface="Barlow"/>
              </a:defRPr>
            </a:lvl7pPr>
            <a:lvl8pPr indent="-273050" lvl="7" marL="3657600">
              <a:spcBef>
                <a:spcPts val="0"/>
              </a:spcBef>
              <a:spcAft>
                <a:spcPts val="0"/>
              </a:spcAft>
              <a:buClr>
                <a:schemeClr val="dk1"/>
              </a:buClr>
              <a:buSzPts val="700"/>
              <a:buFont typeface="Barlow"/>
              <a:buChar char="○"/>
              <a:defRPr sz="700">
                <a:latin typeface="Barlow"/>
                <a:ea typeface="Barlow"/>
                <a:cs typeface="Barlow"/>
                <a:sym typeface="Barlow"/>
              </a:defRPr>
            </a:lvl8pPr>
            <a:lvl9pPr indent="-273050" lvl="8" marL="4114800">
              <a:spcBef>
                <a:spcPts val="0"/>
              </a:spcBef>
              <a:spcAft>
                <a:spcPts val="0"/>
              </a:spcAft>
              <a:buClr>
                <a:schemeClr val="dk1"/>
              </a:buClr>
              <a:buSzPts val="700"/>
              <a:buFont typeface="Barlow"/>
              <a:buChar char="■"/>
              <a:defRPr sz="700">
                <a:latin typeface="Barlow"/>
                <a:ea typeface="Barlow"/>
                <a:cs typeface="Barlow"/>
                <a:sym typeface="Barlow"/>
              </a:defRPr>
            </a:lvl9pPr>
          </a:lstStyle>
          <a:p/>
        </p:txBody>
      </p:sp>
      <p:sp>
        <p:nvSpPr>
          <p:cNvPr id="244" name="Google Shape;244;p3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Barlow"/>
                <a:ea typeface="Barlow"/>
                <a:cs typeface="Barlow"/>
                <a:sym typeface="Barlow"/>
              </a:defRPr>
            </a:lvl1pPr>
            <a:lvl2pPr lvl="1">
              <a:buNone/>
              <a:defRPr>
                <a:latin typeface="Barlow"/>
                <a:ea typeface="Barlow"/>
                <a:cs typeface="Barlow"/>
                <a:sym typeface="Barlow"/>
              </a:defRPr>
            </a:lvl2pPr>
            <a:lvl3pPr lvl="2">
              <a:buNone/>
              <a:defRPr>
                <a:latin typeface="Barlow"/>
                <a:ea typeface="Barlow"/>
                <a:cs typeface="Barlow"/>
                <a:sym typeface="Barlow"/>
              </a:defRPr>
            </a:lvl3pPr>
            <a:lvl4pPr lvl="3">
              <a:buNone/>
              <a:defRPr>
                <a:latin typeface="Barlow"/>
                <a:ea typeface="Barlow"/>
                <a:cs typeface="Barlow"/>
                <a:sym typeface="Barlow"/>
              </a:defRPr>
            </a:lvl4pPr>
            <a:lvl5pPr lvl="4">
              <a:buNone/>
              <a:defRPr>
                <a:latin typeface="Barlow"/>
                <a:ea typeface="Barlow"/>
                <a:cs typeface="Barlow"/>
                <a:sym typeface="Barlow"/>
              </a:defRPr>
            </a:lvl5pPr>
            <a:lvl6pPr lvl="5">
              <a:buNone/>
              <a:defRPr>
                <a:latin typeface="Barlow"/>
                <a:ea typeface="Barlow"/>
                <a:cs typeface="Barlow"/>
                <a:sym typeface="Barlow"/>
              </a:defRPr>
            </a:lvl6pPr>
            <a:lvl7pPr lvl="6">
              <a:buNone/>
              <a:defRPr>
                <a:latin typeface="Barlow"/>
                <a:ea typeface="Barlow"/>
                <a:cs typeface="Barlow"/>
                <a:sym typeface="Barlow"/>
              </a:defRPr>
            </a:lvl7pPr>
            <a:lvl8pPr lvl="7">
              <a:buNone/>
              <a:defRPr>
                <a:latin typeface="Barlow"/>
                <a:ea typeface="Barlow"/>
                <a:cs typeface="Barlow"/>
                <a:sym typeface="Barlow"/>
              </a:defRPr>
            </a:lvl8pPr>
            <a:lvl9pPr lvl="8">
              <a:buNone/>
              <a:defRPr>
                <a:latin typeface="Barlow"/>
                <a:ea typeface="Barlow"/>
                <a:cs typeface="Barlow"/>
                <a:sym typeface="Barlow"/>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Image">
  <p:cSld name="CUSTOM_1">
    <p:bg>
      <p:bgPr>
        <a:solidFill>
          <a:schemeClr val="lt2"/>
        </a:solidFill>
      </p:bgPr>
    </p:bg>
    <p:spTree>
      <p:nvGrpSpPr>
        <p:cNvPr id="245" name="Shape 245"/>
        <p:cNvGrpSpPr/>
        <p:nvPr/>
      </p:nvGrpSpPr>
      <p:grpSpPr>
        <a:xfrm>
          <a:off x="0" y="0"/>
          <a:ext cx="0" cy="0"/>
          <a:chOff x="0" y="0"/>
          <a:chExt cx="0" cy="0"/>
        </a:xfrm>
      </p:grpSpPr>
      <p:sp>
        <p:nvSpPr>
          <p:cNvPr id="246" name="Google Shape;246;p39"/>
          <p:cNvSpPr/>
          <p:nvPr>
            <p:ph idx="2" type="pic"/>
          </p:nvPr>
        </p:nvSpPr>
        <p:spPr>
          <a:xfrm>
            <a:off x="5485725" y="523025"/>
            <a:ext cx="3135300" cy="4097700"/>
          </a:xfrm>
          <a:prstGeom prst="roundRect">
            <a:avLst>
              <a:gd fmla="val 16667" name="adj"/>
            </a:avLst>
          </a:prstGeom>
          <a:noFill/>
          <a:ln>
            <a:noFill/>
          </a:ln>
        </p:spPr>
      </p:sp>
      <p:sp>
        <p:nvSpPr>
          <p:cNvPr id="247" name="Google Shape;247;p39"/>
          <p:cNvSpPr txBox="1"/>
          <p:nvPr>
            <p:ph type="title"/>
          </p:nvPr>
        </p:nvSpPr>
        <p:spPr>
          <a:xfrm>
            <a:off x="591441" y="391675"/>
            <a:ext cx="4397400" cy="3178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Font typeface="Hepta Slab Medium"/>
              <a:buNone/>
              <a:defRPr>
                <a:solidFill>
                  <a:schemeClr val="lt1"/>
                </a:solidFill>
                <a:latin typeface="Hepta Slab Medium"/>
                <a:ea typeface="Hepta Slab Medium"/>
                <a:cs typeface="Hepta Slab Medium"/>
                <a:sym typeface="Hepta Slab Medium"/>
              </a:defRPr>
            </a:lvl1pPr>
            <a:lvl2pPr lvl="1">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2pPr>
            <a:lvl3pPr lvl="2">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3pPr>
            <a:lvl4pPr lvl="3">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4pPr>
            <a:lvl5pPr lvl="4">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5pPr>
            <a:lvl6pPr lvl="5">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6pPr>
            <a:lvl7pPr lvl="6">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7pPr>
            <a:lvl8pPr lvl="7">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8pPr>
            <a:lvl9pPr lvl="8">
              <a:spcBef>
                <a:spcPts val="0"/>
              </a:spcBef>
              <a:spcAft>
                <a:spcPts val="0"/>
              </a:spcAft>
              <a:buClr>
                <a:schemeClr val="lt1"/>
              </a:buClr>
              <a:buSzPts val="1400"/>
              <a:buNone/>
              <a:defRPr>
                <a:solidFill>
                  <a:schemeClr val="lt1"/>
                </a:solidFill>
                <a:latin typeface="Barlow Light"/>
                <a:ea typeface="Barlow Light"/>
                <a:cs typeface="Barlow Light"/>
                <a:sym typeface="Barlow Light"/>
              </a:defRPr>
            </a:lvl9pPr>
          </a:lstStyle>
          <a:p/>
        </p:txBody>
      </p:sp>
      <p:sp>
        <p:nvSpPr>
          <p:cNvPr id="248" name="Google Shape;248;p39"/>
          <p:cNvSpPr txBox="1"/>
          <p:nvPr>
            <p:ph idx="1" type="body"/>
          </p:nvPr>
        </p:nvSpPr>
        <p:spPr>
          <a:xfrm>
            <a:off x="638750" y="4413181"/>
            <a:ext cx="5537100" cy="310500"/>
          </a:xfrm>
          <a:prstGeom prst="rect">
            <a:avLst/>
          </a:prstGeom>
        </p:spPr>
        <p:txBody>
          <a:bodyPr anchorCtr="0" anchor="b" bIns="91425" lIns="91425" spcFirstLastPara="1" rIns="91425" wrap="square" tIns="91425">
            <a:noAutofit/>
          </a:bodyPr>
          <a:lstStyle>
            <a:lvl1pPr indent="-298450" lvl="0" marL="457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1pPr>
            <a:lvl2pPr indent="-298450" lvl="1" marL="914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2pPr>
            <a:lvl3pPr indent="-298450" lvl="2" marL="1371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3pPr>
            <a:lvl4pPr indent="-298450" lvl="3" marL="1828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4pPr>
            <a:lvl5pPr indent="-298450" lvl="4" marL="2286000">
              <a:spcBef>
                <a:spcPts val="0"/>
              </a:spcBef>
              <a:spcAft>
                <a:spcPts val="0"/>
              </a:spcAft>
              <a:buClr>
                <a:schemeClr val="lt1"/>
              </a:buClr>
              <a:buSzPts val="1100"/>
              <a:buFont typeface="Barlow Medium"/>
              <a:buChar char="○"/>
              <a:defRPr>
                <a:solidFill>
                  <a:schemeClr val="lt1"/>
                </a:solidFill>
                <a:latin typeface="Barlow Medium"/>
                <a:ea typeface="Barlow Medium"/>
                <a:cs typeface="Barlow Medium"/>
                <a:sym typeface="Barlow Medium"/>
              </a:defRPr>
            </a:lvl5pPr>
            <a:lvl6pPr indent="-298450" lvl="5" marL="27432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6pPr>
            <a:lvl7pPr indent="-298450" lvl="6" marL="32004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7pPr>
            <a:lvl8pPr indent="-298450" lvl="7" marL="36576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8pPr>
            <a:lvl9pPr indent="-298450" lvl="8" marL="4114800">
              <a:spcBef>
                <a:spcPts val="0"/>
              </a:spcBef>
              <a:spcAft>
                <a:spcPts val="0"/>
              </a:spcAft>
              <a:buClr>
                <a:schemeClr val="lt1"/>
              </a:buClr>
              <a:buSzPts val="1100"/>
              <a:buFont typeface="Barlow Medium"/>
              <a:buChar char="■"/>
              <a:defRPr sz="1100">
                <a:solidFill>
                  <a:schemeClr val="lt1"/>
                </a:solidFill>
                <a:latin typeface="Barlow Medium"/>
                <a:ea typeface="Barlow Medium"/>
                <a:cs typeface="Barlow Medium"/>
                <a:sym typeface="Barlow Medium"/>
              </a:defRPr>
            </a:lvl9pPr>
          </a:lstStyle>
          <a:p/>
        </p:txBody>
      </p:sp>
      <p:sp>
        <p:nvSpPr>
          <p:cNvPr id="249" name="Google Shape;249;p39"/>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 5 Images">
  <p:cSld name="CUSTOM_2">
    <p:bg>
      <p:bgPr>
        <a:solidFill>
          <a:schemeClr val="dk1"/>
        </a:solidFill>
      </p:bgPr>
    </p:bg>
    <p:spTree>
      <p:nvGrpSpPr>
        <p:cNvPr id="250" name="Shape 250"/>
        <p:cNvGrpSpPr/>
        <p:nvPr/>
      </p:nvGrpSpPr>
      <p:grpSpPr>
        <a:xfrm>
          <a:off x="0" y="0"/>
          <a:ext cx="0" cy="0"/>
          <a:chOff x="0" y="0"/>
          <a:chExt cx="0" cy="0"/>
        </a:xfrm>
      </p:grpSpPr>
      <p:sp>
        <p:nvSpPr>
          <p:cNvPr id="251" name="Google Shape;251;p40"/>
          <p:cNvSpPr txBox="1"/>
          <p:nvPr>
            <p:ph idx="1" type="body"/>
          </p:nvPr>
        </p:nvSpPr>
        <p:spPr>
          <a:xfrm>
            <a:off x="5481425"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2" name="Google Shape;252;p40"/>
          <p:cNvSpPr txBox="1"/>
          <p:nvPr>
            <p:ph idx="2" type="body"/>
          </p:nvPr>
        </p:nvSpPr>
        <p:spPr>
          <a:xfrm>
            <a:off x="3918400" y="27157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3" name="Google Shape;253;p40"/>
          <p:cNvSpPr txBox="1"/>
          <p:nvPr>
            <p:ph idx="3" type="body"/>
          </p:nvPr>
        </p:nvSpPr>
        <p:spPr>
          <a:xfrm>
            <a:off x="2349550" y="271557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4" name="Google Shape;254;p40"/>
          <p:cNvSpPr txBox="1"/>
          <p:nvPr>
            <p:ph idx="4"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55" name="Google Shape;255;p40"/>
          <p:cNvSpPr txBox="1"/>
          <p:nvPr>
            <p:ph idx="5"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56" name="Google Shape;256;p40"/>
          <p:cNvSpPr txBox="1"/>
          <p:nvPr>
            <p:ph idx="6" type="body"/>
          </p:nvPr>
        </p:nvSpPr>
        <p:spPr>
          <a:xfrm>
            <a:off x="70444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57" name="Google Shape;257;p40"/>
          <p:cNvCxnSpPr/>
          <p:nvPr/>
        </p:nvCxnSpPr>
        <p:spPr>
          <a:xfrm rot="10800000">
            <a:off x="827250" y="1481375"/>
            <a:ext cx="7489500" cy="0"/>
          </a:xfrm>
          <a:prstGeom prst="straightConnector1">
            <a:avLst/>
          </a:prstGeom>
          <a:noFill/>
          <a:ln cap="flat" cmpd="sng" w="19050">
            <a:solidFill>
              <a:schemeClr val="accent1"/>
            </a:solidFill>
            <a:prstDash val="solid"/>
            <a:round/>
            <a:headEnd len="med" w="med" type="none"/>
            <a:tailEnd len="med" w="med" type="none"/>
          </a:ln>
        </p:spPr>
      </p:cxnSp>
      <p:sp>
        <p:nvSpPr>
          <p:cNvPr id="258" name="Google Shape;258;p40"/>
          <p:cNvSpPr/>
          <p:nvPr>
            <p:ph idx="7" type="pic"/>
          </p:nvPr>
        </p:nvSpPr>
        <p:spPr>
          <a:xfrm>
            <a:off x="7049625" y="523025"/>
            <a:ext cx="1305900" cy="1918500"/>
          </a:xfrm>
          <a:prstGeom prst="roundRect">
            <a:avLst>
              <a:gd fmla="val 16667" name="adj"/>
            </a:avLst>
          </a:prstGeom>
          <a:noFill/>
          <a:ln>
            <a:noFill/>
          </a:ln>
        </p:spPr>
      </p:sp>
      <p:sp>
        <p:nvSpPr>
          <p:cNvPr id="259" name="Google Shape;259;p40"/>
          <p:cNvSpPr/>
          <p:nvPr>
            <p:ph idx="8" type="pic"/>
          </p:nvPr>
        </p:nvSpPr>
        <p:spPr>
          <a:xfrm>
            <a:off x="784775" y="522100"/>
            <a:ext cx="1305900" cy="1918500"/>
          </a:xfrm>
          <a:prstGeom prst="roundRect">
            <a:avLst>
              <a:gd fmla="val 16667" name="adj"/>
            </a:avLst>
          </a:prstGeom>
          <a:noFill/>
          <a:ln>
            <a:noFill/>
          </a:ln>
        </p:spPr>
      </p:sp>
      <p:sp>
        <p:nvSpPr>
          <p:cNvPr id="260" name="Google Shape;260;p40"/>
          <p:cNvSpPr/>
          <p:nvPr>
            <p:ph idx="9" type="pic"/>
          </p:nvPr>
        </p:nvSpPr>
        <p:spPr>
          <a:xfrm>
            <a:off x="2343950" y="523500"/>
            <a:ext cx="1305900" cy="1918500"/>
          </a:xfrm>
          <a:prstGeom prst="roundRect">
            <a:avLst>
              <a:gd fmla="val 16667" name="adj"/>
            </a:avLst>
          </a:prstGeom>
          <a:noFill/>
          <a:ln>
            <a:noFill/>
          </a:ln>
        </p:spPr>
      </p:sp>
      <p:sp>
        <p:nvSpPr>
          <p:cNvPr id="261" name="Google Shape;261;p40"/>
          <p:cNvSpPr/>
          <p:nvPr>
            <p:ph idx="13" type="pic"/>
          </p:nvPr>
        </p:nvSpPr>
        <p:spPr>
          <a:xfrm>
            <a:off x="3915213" y="523500"/>
            <a:ext cx="1305900" cy="1918500"/>
          </a:xfrm>
          <a:prstGeom prst="roundRect">
            <a:avLst>
              <a:gd fmla="val 16667" name="adj"/>
            </a:avLst>
          </a:prstGeom>
          <a:noFill/>
          <a:ln>
            <a:noFill/>
          </a:ln>
        </p:spPr>
      </p:sp>
      <p:sp>
        <p:nvSpPr>
          <p:cNvPr id="262" name="Google Shape;262;p40"/>
          <p:cNvSpPr/>
          <p:nvPr>
            <p:ph idx="14" type="pic"/>
          </p:nvPr>
        </p:nvSpPr>
        <p:spPr>
          <a:xfrm>
            <a:off x="5490975" y="523500"/>
            <a:ext cx="1305900" cy="1918500"/>
          </a:xfrm>
          <a:prstGeom prst="roundRect">
            <a:avLst>
              <a:gd fmla="val 16667" name="adj"/>
            </a:avLst>
          </a:prstGeom>
          <a:noFill/>
          <a:ln>
            <a:noFill/>
          </a:ln>
        </p:spPr>
      </p:sp>
      <p:sp>
        <p:nvSpPr>
          <p:cNvPr id="263" name="Google Shape;263;p40"/>
          <p:cNvSpPr txBox="1"/>
          <p:nvPr>
            <p:ph idx="15"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64" name="Google Shape;264;p40"/>
          <p:cNvSpPr txBox="1"/>
          <p:nvPr>
            <p:ph idx="16"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1pPr>
            <a:lvl2pPr lvl="1">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2pPr>
            <a:lvl3pPr lvl="2">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3pPr>
            <a:lvl4pPr lvl="3">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4pPr>
            <a:lvl5pPr lvl="4">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5pPr>
            <a:lvl6pPr lvl="5">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6pPr>
            <a:lvl7pPr lvl="6">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7pPr>
            <a:lvl8pPr lvl="7">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8pPr>
            <a:lvl9pPr lvl="8">
              <a:spcBef>
                <a:spcPts val="0"/>
              </a:spcBef>
              <a:spcAft>
                <a:spcPts val="0"/>
              </a:spcAft>
              <a:buClr>
                <a:schemeClr val="accent1"/>
              </a:buClr>
              <a:buSzPts val="1400"/>
              <a:buFont typeface="Hepta Slab Medium"/>
              <a:buNone/>
              <a:defRPr>
                <a:solidFill>
                  <a:schemeClr val="accent1"/>
                </a:solidFill>
                <a:latin typeface="Hepta Slab Medium"/>
                <a:ea typeface="Hepta Slab Medium"/>
                <a:cs typeface="Hepta Slab Medium"/>
                <a:sym typeface="Hepta Slab Medium"/>
              </a:defRPr>
            </a:lvl9pPr>
          </a:lstStyle>
          <a:p/>
        </p:txBody>
      </p:sp>
      <p:sp>
        <p:nvSpPr>
          <p:cNvPr id="265" name="Google Shape;265;p40"/>
          <p:cNvSpPr txBox="1"/>
          <p:nvPr>
            <p:ph idx="17"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6" name="Google Shape;266;p40"/>
          <p:cNvSpPr txBox="1"/>
          <p:nvPr>
            <p:ph idx="18" type="body"/>
          </p:nvPr>
        </p:nvSpPr>
        <p:spPr>
          <a:xfrm>
            <a:off x="391548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7" name="Google Shape;267;p40"/>
          <p:cNvSpPr txBox="1"/>
          <p:nvPr>
            <p:ph idx="19" type="body"/>
          </p:nvPr>
        </p:nvSpPr>
        <p:spPr>
          <a:xfrm>
            <a:off x="5479963"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8" name="Google Shape;268;p40"/>
          <p:cNvSpPr txBox="1"/>
          <p:nvPr>
            <p:ph idx="20" type="body"/>
          </p:nvPr>
        </p:nvSpPr>
        <p:spPr>
          <a:xfrm>
            <a:off x="7047338"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1pPr>
            <a:lvl2pPr indent="-273050" lvl="1" marL="914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2pPr>
            <a:lvl3pPr indent="-273050" lvl="2" marL="1371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3pPr>
            <a:lvl4pPr indent="-273050" lvl="3" marL="1828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4pPr>
            <a:lvl5pPr indent="-273050" lvl="4" marL="22860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5pPr>
            <a:lvl6pPr indent="-273050" lvl="5" marL="27432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6pPr>
            <a:lvl7pPr indent="-273050" lvl="6" marL="32004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7pPr>
            <a:lvl8pPr indent="-273050" lvl="7" marL="36576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8pPr>
            <a:lvl9pPr indent="-273050" lvl="8" marL="4114800">
              <a:spcBef>
                <a:spcPts val="0"/>
              </a:spcBef>
              <a:spcAft>
                <a:spcPts val="0"/>
              </a:spcAft>
              <a:buClr>
                <a:schemeClr val="accent1"/>
              </a:buClr>
              <a:buSzPts val="700"/>
              <a:buFont typeface="Barlow Medium"/>
              <a:buChar char="■"/>
              <a:defRPr sz="700">
                <a:solidFill>
                  <a:schemeClr val="accent1"/>
                </a:solidFill>
                <a:latin typeface="Barlow Medium"/>
                <a:ea typeface="Barlow Medium"/>
                <a:cs typeface="Barlow Medium"/>
                <a:sym typeface="Barlow Medium"/>
              </a:defRPr>
            </a:lvl9pPr>
          </a:lstStyle>
          <a:p/>
        </p:txBody>
      </p:sp>
      <p:sp>
        <p:nvSpPr>
          <p:cNvPr id="269" name="Google Shape;269;p40"/>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rategy Canvas / Line Graph">
  <p:cSld name="CUSTOM_3">
    <p:bg>
      <p:bgPr>
        <a:solidFill>
          <a:schemeClr val="dk1"/>
        </a:solidFill>
      </p:bgPr>
    </p:bg>
    <p:spTree>
      <p:nvGrpSpPr>
        <p:cNvPr id="270" name="Shape 270"/>
        <p:cNvGrpSpPr/>
        <p:nvPr/>
      </p:nvGrpSpPr>
      <p:grpSpPr>
        <a:xfrm>
          <a:off x="0" y="0"/>
          <a:ext cx="0" cy="0"/>
          <a:chOff x="0" y="0"/>
          <a:chExt cx="0" cy="0"/>
        </a:xfrm>
      </p:grpSpPr>
      <p:sp>
        <p:nvSpPr>
          <p:cNvPr id="271" name="Google Shape;271;p41"/>
          <p:cNvSpPr txBox="1"/>
          <p:nvPr>
            <p:ph idx="1" type="body"/>
          </p:nvPr>
        </p:nvSpPr>
        <p:spPr>
          <a:xfrm>
            <a:off x="3917825" y="4024920"/>
            <a:ext cx="44412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272" name="Google Shape;272;p41"/>
          <p:cNvSpPr txBox="1"/>
          <p:nvPr>
            <p:ph idx="2" type="subTitle"/>
          </p:nvPr>
        </p:nvSpPr>
        <p:spPr>
          <a:xfrm>
            <a:off x="783675" y="3967895"/>
            <a:ext cx="2877600" cy="431100"/>
          </a:xfrm>
          <a:prstGeom prst="rect">
            <a:avLst/>
          </a:prstGeom>
        </p:spPr>
        <p:txBody>
          <a:bodyPr anchorCtr="0" anchor="t" bIns="0" lIns="0" spcFirstLastPara="1" rIns="0" wrap="square" tIns="0">
            <a:noAutofit/>
          </a:bodyPr>
          <a:lstStyle>
            <a:lvl1pPr lvl="0">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1pPr>
            <a:lvl2pPr lvl="1">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2pPr>
            <a:lvl3pPr lvl="2">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3pPr>
            <a:lvl4pPr lvl="3">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4pPr>
            <a:lvl5pPr lvl="4">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5pPr>
            <a:lvl6pPr lvl="5">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6pPr>
            <a:lvl7pPr lvl="6">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7pPr>
            <a:lvl8pPr lvl="7">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8pPr>
            <a:lvl9pPr lvl="8">
              <a:spcBef>
                <a:spcPts val="0"/>
              </a:spcBef>
              <a:spcAft>
                <a:spcPts val="0"/>
              </a:spcAft>
              <a:buClr>
                <a:schemeClr val="accent1"/>
              </a:buClr>
              <a:buSzPts val="2800"/>
              <a:buFont typeface="Barlow ExtraLight"/>
              <a:buNone/>
              <a:defRPr sz="2800">
                <a:solidFill>
                  <a:schemeClr val="accent1"/>
                </a:solidFill>
                <a:latin typeface="Barlow ExtraLight"/>
                <a:ea typeface="Barlow ExtraLight"/>
                <a:cs typeface="Barlow ExtraLight"/>
                <a:sym typeface="Barlow ExtraLight"/>
              </a:defRPr>
            </a:lvl9pPr>
          </a:lstStyle>
          <a:p/>
        </p:txBody>
      </p:sp>
      <p:sp>
        <p:nvSpPr>
          <p:cNvPr id="273" name="Google Shape;273;p41"/>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1"/>
                </a:solidFill>
              </a:defRPr>
            </a:lvl1pPr>
            <a:lvl2pPr lvl="1" rtl="0">
              <a:buNone/>
              <a:defRPr sz="1100">
                <a:solidFill>
                  <a:schemeClr val="accent1"/>
                </a:solidFill>
              </a:defRPr>
            </a:lvl2pPr>
            <a:lvl3pPr lvl="2" rtl="0">
              <a:buNone/>
              <a:defRPr sz="1100">
                <a:solidFill>
                  <a:schemeClr val="accent1"/>
                </a:solidFill>
              </a:defRPr>
            </a:lvl3pPr>
            <a:lvl4pPr lvl="3" rtl="0">
              <a:buNone/>
              <a:defRPr sz="1100">
                <a:solidFill>
                  <a:schemeClr val="accent1"/>
                </a:solidFill>
              </a:defRPr>
            </a:lvl4pPr>
            <a:lvl5pPr lvl="4" rtl="0">
              <a:buNone/>
              <a:defRPr sz="1100">
                <a:solidFill>
                  <a:schemeClr val="accent1"/>
                </a:solidFill>
              </a:defRPr>
            </a:lvl5pPr>
            <a:lvl6pPr lvl="5" rtl="0">
              <a:buNone/>
              <a:defRPr sz="1100">
                <a:solidFill>
                  <a:schemeClr val="accent1"/>
                </a:solidFill>
              </a:defRPr>
            </a:lvl6pPr>
            <a:lvl7pPr lvl="6" rtl="0">
              <a:buNone/>
              <a:defRPr sz="1100">
                <a:solidFill>
                  <a:schemeClr val="accent1"/>
                </a:solidFill>
              </a:defRPr>
            </a:lvl7pPr>
            <a:lvl8pPr lvl="7" rtl="0">
              <a:buNone/>
              <a:defRPr sz="1100">
                <a:solidFill>
                  <a:schemeClr val="accent1"/>
                </a:solidFill>
              </a:defRPr>
            </a:lvl8pPr>
            <a:lvl9pPr lvl="8" rtl="0">
              <a:buNone/>
              <a:defRPr sz="1100">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4">
    <p:spTree>
      <p:nvGrpSpPr>
        <p:cNvPr id="274" name="Shape 274"/>
        <p:cNvGrpSpPr/>
        <p:nvPr/>
      </p:nvGrpSpPr>
      <p:grpSpPr>
        <a:xfrm>
          <a:off x="0" y="0"/>
          <a:ext cx="0" cy="0"/>
          <a:chOff x="0" y="0"/>
          <a:chExt cx="0" cy="0"/>
        </a:xfrm>
      </p:grpSpPr>
      <p:sp>
        <p:nvSpPr>
          <p:cNvPr id="275" name="Google Shape;275;p42"/>
          <p:cNvSpPr txBox="1"/>
          <p:nvPr>
            <p:ph type="title"/>
          </p:nvPr>
        </p:nvSpPr>
        <p:spPr>
          <a:xfrm>
            <a:off x="697350" y="2932550"/>
            <a:ext cx="7749300" cy="1015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3600"/>
              <a:buFont typeface="Hepta Slab Medium"/>
              <a:buNone/>
              <a:defRPr>
                <a:latin typeface="Hepta Slab Medium"/>
                <a:ea typeface="Hepta Slab Medium"/>
                <a:cs typeface="Hepta Slab Medium"/>
                <a:sym typeface="Hepta Slab Medium"/>
              </a:defRPr>
            </a:lvl1pPr>
            <a:lvl2pPr lvl="1"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2pPr>
            <a:lvl3pPr lvl="2"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3pPr>
            <a:lvl4pPr lvl="3"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4pPr>
            <a:lvl5pPr lvl="4"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5pPr>
            <a:lvl6pPr lvl="5"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6pPr>
            <a:lvl7pPr lvl="6"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7pPr>
            <a:lvl8pPr lvl="7"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8pPr>
            <a:lvl9pPr lvl="8" algn="ctr">
              <a:spcBef>
                <a:spcPts val="0"/>
              </a:spcBef>
              <a:spcAft>
                <a:spcPts val="0"/>
              </a:spcAft>
              <a:buClr>
                <a:schemeClr val="dk1"/>
              </a:buClr>
              <a:buSzPts val="12800"/>
              <a:buFont typeface="Hepta Slab Medium"/>
              <a:buNone/>
              <a:defRPr sz="12800">
                <a:solidFill>
                  <a:schemeClr val="dk1"/>
                </a:solidFill>
                <a:latin typeface="Hepta Slab Medium"/>
                <a:ea typeface="Hepta Slab Medium"/>
                <a:cs typeface="Hepta Slab Medium"/>
                <a:sym typeface="Hepta Slab Medium"/>
              </a:defRPr>
            </a:lvl9pPr>
          </a:lstStyle>
          <a:p/>
        </p:txBody>
      </p:sp>
      <p:sp>
        <p:nvSpPr>
          <p:cNvPr id="276" name="Google Shape;276;p42"/>
          <p:cNvSpPr txBox="1"/>
          <p:nvPr>
            <p:ph idx="2" type="title"/>
          </p:nvPr>
        </p:nvSpPr>
        <p:spPr>
          <a:xfrm>
            <a:off x="3278250" y="1194450"/>
            <a:ext cx="2587500" cy="19926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2"/>
              </a:buClr>
              <a:buSzPts val="12800"/>
              <a:buNone/>
              <a:defRPr sz="12800">
                <a:solidFill>
                  <a:schemeClr val="accent2"/>
                </a:solidFill>
              </a:defRPr>
            </a:lvl1pPr>
            <a:lvl2pPr lvl="1"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2pPr>
            <a:lvl3pPr lvl="2"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3pPr>
            <a:lvl4pPr lvl="3"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4pPr>
            <a:lvl5pPr lvl="4"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5pPr>
            <a:lvl6pPr lvl="5"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6pPr>
            <a:lvl7pPr lvl="6"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7pPr>
            <a:lvl8pPr lvl="7"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8pPr>
            <a:lvl9pPr lvl="8" algn="ctr">
              <a:spcBef>
                <a:spcPts val="0"/>
              </a:spcBef>
              <a:spcAft>
                <a:spcPts val="0"/>
              </a:spcAft>
              <a:buClr>
                <a:schemeClr val="accent2"/>
              </a:buClr>
              <a:buSzPts val="12800"/>
              <a:buNone/>
              <a:defRPr sz="12800">
                <a:solidFill>
                  <a:schemeClr val="accent2"/>
                </a:solidFill>
                <a:latin typeface="Barlow Light"/>
                <a:ea typeface="Barlow Light"/>
                <a:cs typeface="Barlow Light"/>
                <a:sym typeface="Barlow Light"/>
              </a:defRPr>
            </a:lvl9pPr>
          </a:lstStyle>
          <a:p/>
        </p:txBody>
      </p:sp>
      <p:sp>
        <p:nvSpPr>
          <p:cNvPr id="277" name="Google Shape;277;p4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PIs / Objectives">
  <p:cSld name="CUSTOM_5">
    <p:bg>
      <p:bgPr>
        <a:solidFill>
          <a:schemeClr val="dk1"/>
        </a:solidFill>
      </p:bgPr>
    </p:bg>
    <p:spTree>
      <p:nvGrpSpPr>
        <p:cNvPr id="278" name="Shape 278"/>
        <p:cNvGrpSpPr/>
        <p:nvPr/>
      </p:nvGrpSpPr>
      <p:grpSpPr>
        <a:xfrm>
          <a:off x="0" y="0"/>
          <a:ext cx="0" cy="0"/>
          <a:chOff x="0" y="0"/>
          <a:chExt cx="0" cy="0"/>
        </a:xfrm>
      </p:grpSpPr>
      <p:sp>
        <p:nvSpPr>
          <p:cNvPr id="279" name="Google Shape;279;p43"/>
          <p:cNvSpPr/>
          <p:nvPr/>
        </p:nvSpPr>
        <p:spPr>
          <a:xfrm rot="-5400000">
            <a:off x="4090300" y="-436575"/>
            <a:ext cx="4099200" cy="6015000"/>
          </a:xfrm>
          <a:prstGeom prst="round2SameRect">
            <a:avLst>
              <a:gd fmla="val 16667" name="adj1"/>
              <a:gd fmla="val 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2"/>
              </a:solidFill>
            </a:endParaRPr>
          </a:p>
        </p:txBody>
      </p:sp>
      <p:sp>
        <p:nvSpPr>
          <p:cNvPr id="280" name="Google Shape;280;p43"/>
          <p:cNvSpPr txBox="1"/>
          <p:nvPr>
            <p:ph idx="1" type="body"/>
          </p:nvPr>
        </p:nvSpPr>
        <p:spPr>
          <a:xfrm>
            <a:off x="3918400"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1" name="Google Shape;281;p43"/>
          <p:cNvSpPr txBox="1"/>
          <p:nvPr>
            <p:ph idx="2" type="body"/>
          </p:nvPr>
        </p:nvSpPr>
        <p:spPr>
          <a:xfrm>
            <a:off x="3918400"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2" name="Google Shape;282;p43"/>
          <p:cNvSpPr txBox="1"/>
          <p:nvPr>
            <p:ph idx="3" type="body"/>
          </p:nvPr>
        </p:nvSpPr>
        <p:spPr>
          <a:xfrm>
            <a:off x="7044450" y="36805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83" name="Google Shape;283;p43"/>
          <p:cNvSpPr txBox="1"/>
          <p:nvPr>
            <p:ph idx="4" type="body"/>
          </p:nvPr>
        </p:nvSpPr>
        <p:spPr>
          <a:xfrm>
            <a:off x="7044450" y="37806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84" name="Google Shape;284;p43"/>
          <p:cNvSpPr/>
          <p:nvPr>
            <p:ph idx="5" type="pic"/>
          </p:nvPr>
        </p:nvSpPr>
        <p:spPr>
          <a:xfrm>
            <a:off x="7049625" y="1588125"/>
            <a:ext cx="1305900" cy="1918500"/>
          </a:xfrm>
          <a:prstGeom prst="roundRect">
            <a:avLst>
              <a:gd fmla="val 16667" name="adj"/>
            </a:avLst>
          </a:prstGeom>
          <a:noFill/>
          <a:ln>
            <a:noFill/>
          </a:ln>
        </p:spPr>
      </p:sp>
      <p:sp>
        <p:nvSpPr>
          <p:cNvPr id="285" name="Google Shape;285;p43"/>
          <p:cNvSpPr/>
          <p:nvPr>
            <p:ph idx="6" type="pic"/>
          </p:nvPr>
        </p:nvSpPr>
        <p:spPr>
          <a:xfrm>
            <a:off x="3915213" y="1588600"/>
            <a:ext cx="1305900" cy="1918500"/>
          </a:xfrm>
          <a:prstGeom prst="roundRect">
            <a:avLst>
              <a:gd fmla="val 16667" name="adj"/>
            </a:avLst>
          </a:prstGeom>
          <a:noFill/>
          <a:ln>
            <a:noFill/>
          </a:ln>
        </p:spPr>
      </p:sp>
      <p:sp>
        <p:nvSpPr>
          <p:cNvPr id="286" name="Google Shape;286;p43"/>
          <p:cNvSpPr/>
          <p:nvPr>
            <p:ph idx="7" type="pic"/>
          </p:nvPr>
        </p:nvSpPr>
        <p:spPr>
          <a:xfrm>
            <a:off x="5490975" y="1588600"/>
            <a:ext cx="1305900" cy="1918500"/>
          </a:xfrm>
          <a:prstGeom prst="roundRect">
            <a:avLst>
              <a:gd fmla="val 16667" name="adj"/>
            </a:avLst>
          </a:prstGeom>
          <a:noFill/>
          <a:ln>
            <a:noFill/>
          </a:ln>
        </p:spPr>
      </p:sp>
      <p:sp>
        <p:nvSpPr>
          <p:cNvPr id="287" name="Google Shape;287;p43"/>
          <p:cNvSpPr txBox="1"/>
          <p:nvPr>
            <p:ph idx="8" type="subTitle"/>
          </p:nvPr>
        </p:nvSpPr>
        <p:spPr>
          <a:xfrm>
            <a:off x="3918800"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8" name="Google Shape;288;p43"/>
          <p:cNvSpPr txBox="1"/>
          <p:nvPr>
            <p:ph idx="9" type="subTitle"/>
          </p:nvPr>
        </p:nvSpPr>
        <p:spPr>
          <a:xfrm>
            <a:off x="5484775" y="10345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89" name="Google Shape;289;p43"/>
          <p:cNvSpPr txBox="1"/>
          <p:nvPr>
            <p:ph idx="13" type="subTitle"/>
          </p:nvPr>
        </p:nvSpPr>
        <p:spPr>
          <a:xfrm>
            <a:off x="7050750" y="1032775"/>
            <a:ext cx="1307100" cy="554100"/>
          </a:xfrm>
          <a:prstGeom prst="rect">
            <a:avLst/>
          </a:prstGeom>
        </p:spPr>
        <p:txBody>
          <a:bodyPr anchorCtr="0" anchor="b" bIns="0" lIns="0" spcFirstLastPara="1" rIns="0" wrap="square" tIns="0">
            <a:noAutofit/>
          </a:bodyPr>
          <a:lstStyle>
            <a:lvl1pPr lvl="0">
              <a:spcBef>
                <a:spcPts val="0"/>
              </a:spcBef>
              <a:spcAft>
                <a:spcPts val="0"/>
              </a:spcAft>
              <a:buClr>
                <a:schemeClr val="accent2"/>
              </a:buClr>
              <a:buSzPts val="3600"/>
              <a:buFont typeface="Barlow ExtraLight"/>
              <a:buNone/>
              <a:defRPr sz="3600">
                <a:solidFill>
                  <a:schemeClr val="accent2"/>
                </a:solidFill>
                <a:latin typeface="Barlow ExtraLight"/>
                <a:ea typeface="Barlow ExtraLight"/>
                <a:cs typeface="Barlow ExtraLight"/>
                <a:sym typeface="Barlow ExtraLight"/>
              </a:defRPr>
            </a:lvl1pPr>
            <a:lvl2pPr lvl="1"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2pPr>
            <a:lvl3pPr lvl="2"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3pPr>
            <a:lvl4pPr lvl="3"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4pPr>
            <a:lvl5pPr lvl="4"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5pPr>
            <a:lvl6pPr lvl="5"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6pPr>
            <a:lvl7pPr lvl="6"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7pPr>
            <a:lvl8pPr lvl="7"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8pPr>
            <a:lvl9pPr lvl="8" algn="r">
              <a:spcBef>
                <a:spcPts val="0"/>
              </a:spcBef>
              <a:spcAft>
                <a:spcPts val="0"/>
              </a:spcAft>
              <a:buClr>
                <a:schemeClr val="accent3"/>
              </a:buClr>
              <a:buSzPts val="2800"/>
              <a:buFont typeface="Barlow ExtraLight"/>
              <a:buNone/>
              <a:defRPr sz="2800">
                <a:solidFill>
                  <a:schemeClr val="accent3"/>
                </a:solidFill>
                <a:latin typeface="Barlow ExtraLight"/>
                <a:ea typeface="Barlow ExtraLight"/>
                <a:cs typeface="Barlow ExtraLight"/>
                <a:sym typeface="Barlow ExtraLight"/>
              </a:defRPr>
            </a:lvl9pPr>
          </a:lstStyle>
          <a:p/>
        </p:txBody>
      </p:sp>
      <p:sp>
        <p:nvSpPr>
          <p:cNvPr id="290" name="Google Shape;290;p43"/>
          <p:cNvSpPr txBox="1"/>
          <p:nvPr>
            <p:ph idx="14" type="body"/>
          </p:nvPr>
        </p:nvSpPr>
        <p:spPr>
          <a:xfrm>
            <a:off x="507400" y="1828050"/>
            <a:ext cx="2136300" cy="2973300"/>
          </a:xfrm>
          <a:prstGeom prst="rect">
            <a:avLst/>
          </a:prstGeom>
        </p:spPr>
        <p:txBody>
          <a:bodyPr anchorCtr="0" anchor="t" bIns="91425" lIns="91425" spcFirstLastPara="1" rIns="91425" wrap="square" tIns="91425">
            <a:noAutofit/>
          </a:bodyPr>
          <a:lstStyle>
            <a:lvl1pPr indent="-406400" lvl="0" marL="457200">
              <a:spcBef>
                <a:spcPts val="0"/>
              </a:spcBef>
              <a:spcAft>
                <a:spcPts val="0"/>
              </a:spcAft>
              <a:buClr>
                <a:schemeClr val="accent2"/>
              </a:buClr>
              <a:buSzPts val="2800"/>
              <a:buChar char="●"/>
              <a:defRPr sz="2800">
                <a:solidFill>
                  <a:schemeClr val="accent2"/>
                </a:solidFill>
              </a:defRPr>
            </a:lvl1pPr>
            <a:lvl2pPr indent="-406400" lvl="1" marL="914400">
              <a:spcBef>
                <a:spcPts val="0"/>
              </a:spcBef>
              <a:spcAft>
                <a:spcPts val="0"/>
              </a:spcAft>
              <a:buClr>
                <a:schemeClr val="accent2"/>
              </a:buClr>
              <a:buSzPts val="2800"/>
              <a:buChar char="○"/>
              <a:defRPr sz="2800">
                <a:solidFill>
                  <a:schemeClr val="accent2"/>
                </a:solidFill>
              </a:defRPr>
            </a:lvl2pPr>
            <a:lvl3pPr indent="-406400" lvl="2" marL="1371600">
              <a:spcBef>
                <a:spcPts val="0"/>
              </a:spcBef>
              <a:spcAft>
                <a:spcPts val="0"/>
              </a:spcAft>
              <a:buClr>
                <a:schemeClr val="accent2"/>
              </a:buClr>
              <a:buSzPts val="2800"/>
              <a:buChar char="■"/>
              <a:defRPr sz="2800">
                <a:solidFill>
                  <a:schemeClr val="accent2"/>
                </a:solidFill>
              </a:defRPr>
            </a:lvl3pPr>
            <a:lvl4pPr indent="-406400" lvl="3" marL="1828800">
              <a:spcBef>
                <a:spcPts val="0"/>
              </a:spcBef>
              <a:spcAft>
                <a:spcPts val="0"/>
              </a:spcAft>
              <a:buClr>
                <a:schemeClr val="accent2"/>
              </a:buClr>
              <a:buSzPts val="2800"/>
              <a:buChar char="●"/>
              <a:defRPr sz="2800">
                <a:solidFill>
                  <a:schemeClr val="accent2"/>
                </a:solidFill>
              </a:defRPr>
            </a:lvl4pPr>
            <a:lvl5pPr indent="-406400" lvl="4" marL="2286000">
              <a:spcBef>
                <a:spcPts val="0"/>
              </a:spcBef>
              <a:spcAft>
                <a:spcPts val="0"/>
              </a:spcAft>
              <a:buClr>
                <a:schemeClr val="accent2"/>
              </a:buClr>
              <a:buSzPts val="2800"/>
              <a:buChar char="○"/>
              <a:defRPr sz="2800">
                <a:solidFill>
                  <a:schemeClr val="accent2"/>
                </a:solidFill>
              </a:defRPr>
            </a:lvl5pPr>
            <a:lvl6pPr indent="-406400" lvl="5" marL="2743200">
              <a:spcBef>
                <a:spcPts val="0"/>
              </a:spcBef>
              <a:spcAft>
                <a:spcPts val="0"/>
              </a:spcAft>
              <a:buClr>
                <a:schemeClr val="accent2"/>
              </a:buClr>
              <a:buSzPts val="2800"/>
              <a:buChar char="■"/>
              <a:defRPr sz="2800">
                <a:solidFill>
                  <a:schemeClr val="accent2"/>
                </a:solidFill>
              </a:defRPr>
            </a:lvl6pPr>
            <a:lvl7pPr indent="-406400" lvl="6" marL="3200400">
              <a:spcBef>
                <a:spcPts val="0"/>
              </a:spcBef>
              <a:spcAft>
                <a:spcPts val="0"/>
              </a:spcAft>
              <a:buClr>
                <a:schemeClr val="accent2"/>
              </a:buClr>
              <a:buSzPts val="2800"/>
              <a:buChar char="●"/>
              <a:defRPr sz="2800">
                <a:solidFill>
                  <a:schemeClr val="accent2"/>
                </a:solidFill>
              </a:defRPr>
            </a:lvl7pPr>
            <a:lvl8pPr indent="-406400" lvl="7" marL="3657600">
              <a:spcBef>
                <a:spcPts val="0"/>
              </a:spcBef>
              <a:spcAft>
                <a:spcPts val="0"/>
              </a:spcAft>
              <a:buClr>
                <a:schemeClr val="accent2"/>
              </a:buClr>
              <a:buSzPts val="2800"/>
              <a:buChar char="○"/>
              <a:defRPr sz="2800">
                <a:solidFill>
                  <a:schemeClr val="accent2"/>
                </a:solidFill>
              </a:defRPr>
            </a:lvl8pPr>
            <a:lvl9pPr indent="-406400" lvl="8" marL="4114800">
              <a:spcBef>
                <a:spcPts val="0"/>
              </a:spcBef>
              <a:spcAft>
                <a:spcPts val="0"/>
              </a:spcAft>
              <a:buClr>
                <a:schemeClr val="accent2"/>
              </a:buClr>
              <a:buSzPts val="2800"/>
              <a:buChar char="■"/>
              <a:defRPr sz="2800">
                <a:solidFill>
                  <a:schemeClr val="accent2"/>
                </a:solidFill>
              </a:defRPr>
            </a:lvl9pPr>
          </a:lstStyle>
          <a:p/>
        </p:txBody>
      </p:sp>
      <p:sp>
        <p:nvSpPr>
          <p:cNvPr id="291" name="Google Shape;291;p43"/>
          <p:cNvSpPr txBox="1"/>
          <p:nvPr>
            <p:ph idx="15" type="body"/>
          </p:nvPr>
        </p:nvSpPr>
        <p:spPr>
          <a:xfrm>
            <a:off x="5481425" y="3680775"/>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2" name="Google Shape;292;p43"/>
          <p:cNvSpPr txBox="1"/>
          <p:nvPr>
            <p:ph idx="16" type="body"/>
          </p:nvPr>
        </p:nvSpPr>
        <p:spPr>
          <a:xfrm>
            <a:off x="5481425" y="3780825"/>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293" name="Google Shape;293;p43"/>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32">
          <p15:clr>
            <a:srgbClr val="E46962"/>
          </p15:clr>
        </p15:guide>
        <p15:guide id="2" orient="horz" pos="2088">
          <p15:clr>
            <a:srgbClr val="E46962"/>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on Plan + 5 Images">
  <p:cSld name="CUSTOM_6">
    <p:bg>
      <p:bgPr>
        <a:solidFill>
          <a:schemeClr val="accent6"/>
        </a:solidFill>
      </p:bgPr>
    </p:bg>
    <p:spTree>
      <p:nvGrpSpPr>
        <p:cNvPr id="294" name="Shape 294"/>
        <p:cNvGrpSpPr/>
        <p:nvPr/>
      </p:nvGrpSpPr>
      <p:grpSpPr>
        <a:xfrm>
          <a:off x="0" y="0"/>
          <a:ext cx="0" cy="0"/>
          <a:chOff x="0" y="0"/>
          <a:chExt cx="0" cy="0"/>
        </a:xfrm>
      </p:grpSpPr>
      <p:sp>
        <p:nvSpPr>
          <p:cNvPr id="295" name="Google Shape;295;p44"/>
          <p:cNvSpPr txBox="1"/>
          <p:nvPr>
            <p:ph idx="1" type="body"/>
          </p:nvPr>
        </p:nvSpPr>
        <p:spPr>
          <a:xfrm>
            <a:off x="7911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296" name="Google Shape;296;p44"/>
          <p:cNvSpPr txBox="1"/>
          <p:nvPr>
            <p:ph idx="2" type="body"/>
          </p:nvPr>
        </p:nvSpPr>
        <p:spPr>
          <a:xfrm>
            <a:off x="7911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cxnSp>
        <p:nvCxnSpPr>
          <p:cNvPr id="297" name="Google Shape;297;p44"/>
          <p:cNvCxnSpPr/>
          <p:nvPr/>
        </p:nvCxnSpPr>
        <p:spPr>
          <a:xfrm rot="10800000">
            <a:off x="827250" y="1481375"/>
            <a:ext cx="7489500" cy="0"/>
          </a:xfrm>
          <a:prstGeom prst="straightConnector1">
            <a:avLst/>
          </a:prstGeom>
          <a:noFill/>
          <a:ln cap="flat" cmpd="sng" w="19050">
            <a:solidFill>
              <a:schemeClr val="accent2"/>
            </a:solidFill>
            <a:prstDash val="solid"/>
            <a:round/>
            <a:headEnd len="med" w="med" type="none"/>
            <a:tailEnd len="med" w="med" type="none"/>
          </a:ln>
        </p:spPr>
      </p:cxnSp>
      <p:sp>
        <p:nvSpPr>
          <p:cNvPr id="298" name="Google Shape;298;p44"/>
          <p:cNvSpPr/>
          <p:nvPr>
            <p:ph idx="3" type="pic"/>
          </p:nvPr>
        </p:nvSpPr>
        <p:spPr>
          <a:xfrm>
            <a:off x="7049625" y="523025"/>
            <a:ext cx="1305900" cy="1918500"/>
          </a:xfrm>
          <a:prstGeom prst="roundRect">
            <a:avLst>
              <a:gd fmla="val 16667" name="adj"/>
            </a:avLst>
          </a:prstGeom>
          <a:noFill/>
          <a:ln>
            <a:noFill/>
          </a:ln>
        </p:spPr>
      </p:sp>
      <p:sp>
        <p:nvSpPr>
          <p:cNvPr id="299" name="Google Shape;299;p44"/>
          <p:cNvSpPr/>
          <p:nvPr>
            <p:ph idx="4" type="pic"/>
          </p:nvPr>
        </p:nvSpPr>
        <p:spPr>
          <a:xfrm>
            <a:off x="784775" y="522100"/>
            <a:ext cx="1305900" cy="1918500"/>
          </a:xfrm>
          <a:prstGeom prst="roundRect">
            <a:avLst>
              <a:gd fmla="val 16667" name="adj"/>
            </a:avLst>
          </a:prstGeom>
          <a:noFill/>
          <a:ln>
            <a:noFill/>
          </a:ln>
        </p:spPr>
      </p:sp>
      <p:sp>
        <p:nvSpPr>
          <p:cNvPr id="300" name="Google Shape;300;p44"/>
          <p:cNvSpPr/>
          <p:nvPr>
            <p:ph idx="5" type="pic"/>
          </p:nvPr>
        </p:nvSpPr>
        <p:spPr>
          <a:xfrm>
            <a:off x="2343950" y="523500"/>
            <a:ext cx="1305900" cy="1918500"/>
          </a:xfrm>
          <a:prstGeom prst="roundRect">
            <a:avLst>
              <a:gd fmla="val 16667" name="adj"/>
            </a:avLst>
          </a:prstGeom>
          <a:noFill/>
          <a:ln>
            <a:noFill/>
          </a:ln>
        </p:spPr>
      </p:sp>
      <p:sp>
        <p:nvSpPr>
          <p:cNvPr id="301" name="Google Shape;301;p44"/>
          <p:cNvSpPr/>
          <p:nvPr>
            <p:ph idx="6" type="pic"/>
          </p:nvPr>
        </p:nvSpPr>
        <p:spPr>
          <a:xfrm>
            <a:off x="3915213" y="523500"/>
            <a:ext cx="1305900" cy="1918500"/>
          </a:xfrm>
          <a:prstGeom prst="roundRect">
            <a:avLst>
              <a:gd fmla="val 16667" name="adj"/>
            </a:avLst>
          </a:prstGeom>
          <a:noFill/>
          <a:ln>
            <a:noFill/>
          </a:ln>
        </p:spPr>
      </p:sp>
      <p:sp>
        <p:nvSpPr>
          <p:cNvPr id="302" name="Google Shape;302;p44"/>
          <p:cNvSpPr/>
          <p:nvPr>
            <p:ph idx="7" type="pic"/>
          </p:nvPr>
        </p:nvSpPr>
        <p:spPr>
          <a:xfrm>
            <a:off x="5490975" y="523500"/>
            <a:ext cx="1305900" cy="1918500"/>
          </a:xfrm>
          <a:prstGeom prst="roundRect">
            <a:avLst>
              <a:gd fmla="val 16667" name="adj"/>
            </a:avLst>
          </a:prstGeom>
          <a:noFill/>
          <a:ln>
            <a:noFill/>
          </a:ln>
        </p:spPr>
      </p:sp>
      <p:sp>
        <p:nvSpPr>
          <p:cNvPr id="303" name="Google Shape;303;p44"/>
          <p:cNvSpPr txBox="1"/>
          <p:nvPr>
            <p:ph idx="8" type="body"/>
          </p:nvPr>
        </p:nvSpPr>
        <p:spPr>
          <a:xfrm>
            <a:off x="5481425" y="4112700"/>
            <a:ext cx="28776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04" name="Google Shape;304;p44"/>
          <p:cNvSpPr txBox="1"/>
          <p:nvPr>
            <p:ph idx="9" type="subTitle"/>
          </p:nvPr>
        </p:nvSpPr>
        <p:spPr>
          <a:xfrm>
            <a:off x="5481425" y="3897300"/>
            <a:ext cx="2877600" cy="2154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2pPr>
            <a:lvl3pPr lvl="2">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3pPr>
            <a:lvl4pPr lvl="3">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4pPr>
            <a:lvl5pPr lvl="4">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5pPr>
            <a:lvl6pPr lvl="5">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6pPr>
            <a:lvl7pPr lvl="6">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7pPr>
            <a:lvl8pPr lvl="7">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8pPr>
            <a:lvl9pPr lvl="8">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9pPr>
          </a:lstStyle>
          <a:p/>
        </p:txBody>
      </p:sp>
      <p:sp>
        <p:nvSpPr>
          <p:cNvPr id="305" name="Google Shape;305;p44"/>
          <p:cNvSpPr txBox="1"/>
          <p:nvPr>
            <p:ph idx="13" type="body"/>
          </p:nvPr>
        </p:nvSpPr>
        <p:spPr>
          <a:xfrm>
            <a:off x="23495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6" name="Google Shape;306;p44"/>
          <p:cNvSpPr txBox="1"/>
          <p:nvPr>
            <p:ph idx="14" type="body"/>
          </p:nvPr>
        </p:nvSpPr>
        <p:spPr>
          <a:xfrm>
            <a:off x="23495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7" name="Google Shape;307;p44"/>
          <p:cNvSpPr txBox="1"/>
          <p:nvPr>
            <p:ph idx="15" type="body"/>
          </p:nvPr>
        </p:nvSpPr>
        <p:spPr>
          <a:xfrm>
            <a:off x="390785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08" name="Google Shape;308;p44"/>
          <p:cNvSpPr txBox="1"/>
          <p:nvPr>
            <p:ph idx="16" type="body"/>
          </p:nvPr>
        </p:nvSpPr>
        <p:spPr>
          <a:xfrm>
            <a:off x="390785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09" name="Google Shape;309;p44"/>
          <p:cNvSpPr txBox="1"/>
          <p:nvPr>
            <p:ph idx="17" type="body"/>
          </p:nvPr>
        </p:nvSpPr>
        <p:spPr>
          <a:xfrm>
            <a:off x="5496525"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0" name="Google Shape;310;p44"/>
          <p:cNvSpPr txBox="1"/>
          <p:nvPr>
            <p:ph idx="18" type="body"/>
          </p:nvPr>
        </p:nvSpPr>
        <p:spPr>
          <a:xfrm>
            <a:off x="5496525"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1" name="Google Shape;311;p44"/>
          <p:cNvSpPr txBox="1"/>
          <p:nvPr>
            <p:ph idx="19" type="body"/>
          </p:nvPr>
        </p:nvSpPr>
        <p:spPr>
          <a:xfrm>
            <a:off x="7085200" y="2615450"/>
            <a:ext cx="1294800" cy="100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1pPr>
            <a:lvl2pPr indent="-273050" lvl="1" marL="914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2pPr>
            <a:lvl3pPr indent="-273050" lvl="2" marL="1371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3pPr>
            <a:lvl4pPr indent="-273050" lvl="3" marL="1828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4pPr>
            <a:lvl5pPr indent="-273050" lvl="4" marL="22860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5pPr>
            <a:lvl6pPr indent="-273050" lvl="5" marL="27432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6pPr>
            <a:lvl7pPr indent="-273050" lvl="6" marL="32004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7pPr>
            <a:lvl8pPr indent="-273050" lvl="7" marL="36576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8pPr>
            <a:lvl9pPr indent="-273050" lvl="8" marL="4114800">
              <a:spcBef>
                <a:spcPts val="0"/>
              </a:spcBef>
              <a:spcAft>
                <a:spcPts val="0"/>
              </a:spcAft>
              <a:buClr>
                <a:schemeClr val="accent2"/>
              </a:buClr>
              <a:buSzPts val="700"/>
              <a:buFont typeface="Barlow Medium"/>
              <a:buChar char="■"/>
              <a:defRPr sz="700">
                <a:solidFill>
                  <a:schemeClr val="accent2"/>
                </a:solidFill>
                <a:latin typeface="Barlow Medium"/>
                <a:ea typeface="Barlow Medium"/>
                <a:cs typeface="Barlow Medium"/>
                <a:sym typeface="Barlow Medium"/>
              </a:defRPr>
            </a:lvl9pPr>
          </a:lstStyle>
          <a:p/>
        </p:txBody>
      </p:sp>
      <p:sp>
        <p:nvSpPr>
          <p:cNvPr id="312" name="Google Shape;312;p44"/>
          <p:cNvSpPr txBox="1"/>
          <p:nvPr>
            <p:ph idx="20" type="body"/>
          </p:nvPr>
        </p:nvSpPr>
        <p:spPr>
          <a:xfrm>
            <a:off x="7085200" y="2715500"/>
            <a:ext cx="1294800" cy="223200"/>
          </a:xfrm>
          <a:prstGeom prst="rect">
            <a:avLst/>
          </a:prstGeom>
        </p:spPr>
        <p:txBody>
          <a:bodyPr anchorCtr="0" anchor="t" bIns="0" lIns="0" spcFirstLastPara="1" rIns="0" wrap="square" tIns="0">
            <a:noAutofit/>
          </a:bodyPr>
          <a:lstStyle>
            <a:lvl1pPr indent="-273050" lvl="0" marL="457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1pPr>
            <a:lvl2pPr indent="-273050" lvl="1" marL="914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2pPr>
            <a:lvl3pPr indent="-273050" lvl="2" marL="1371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3pPr>
            <a:lvl4pPr indent="-273050" lvl="3" marL="1828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4pPr>
            <a:lvl5pPr indent="-273050" lvl="4" marL="22860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5pPr>
            <a:lvl6pPr indent="-273050" lvl="5" marL="27432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6pPr>
            <a:lvl7pPr indent="-273050" lvl="6" marL="32004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7pPr>
            <a:lvl8pPr indent="-273050" lvl="7" marL="36576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8pPr>
            <a:lvl9pPr indent="-273050" lvl="8" marL="4114800">
              <a:spcBef>
                <a:spcPts val="0"/>
              </a:spcBef>
              <a:spcAft>
                <a:spcPts val="0"/>
              </a:spcAft>
              <a:buClr>
                <a:schemeClr val="lt1"/>
              </a:buClr>
              <a:buSzPts val="700"/>
              <a:buFont typeface="Barlow Medium"/>
              <a:buChar char="■"/>
              <a:defRPr sz="700">
                <a:solidFill>
                  <a:schemeClr val="lt1"/>
                </a:solidFill>
                <a:latin typeface="Barlow Medium"/>
                <a:ea typeface="Barlow Medium"/>
                <a:cs typeface="Barlow Medium"/>
                <a:sym typeface="Barlow Medium"/>
              </a:defRPr>
            </a:lvl9pPr>
          </a:lstStyle>
          <a:p/>
        </p:txBody>
      </p:sp>
      <p:sp>
        <p:nvSpPr>
          <p:cNvPr id="313" name="Google Shape;313;p44"/>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Graphic">
  <p:cSld name="CUSTOM_9">
    <p:bg>
      <p:bgPr>
        <a:solidFill>
          <a:schemeClr val="dk1"/>
        </a:solidFill>
      </p:bgPr>
    </p:bg>
    <p:spTree>
      <p:nvGrpSpPr>
        <p:cNvPr id="314" name="Shape 314"/>
        <p:cNvGrpSpPr/>
        <p:nvPr/>
      </p:nvGrpSpPr>
      <p:grpSpPr>
        <a:xfrm>
          <a:off x="0" y="0"/>
          <a:ext cx="0" cy="0"/>
          <a:chOff x="0" y="0"/>
          <a:chExt cx="0" cy="0"/>
        </a:xfrm>
      </p:grpSpPr>
      <p:sp>
        <p:nvSpPr>
          <p:cNvPr id="315" name="Google Shape;315;p45"/>
          <p:cNvSpPr txBox="1"/>
          <p:nvPr>
            <p:ph idx="1" type="body"/>
          </p:nvPr>
        </p:nvSpPr>
        <p:spPr>
          <a:xfrm>
            <a:off x="3133000" y="514275"/>
            <a:ext cx="3890700" cy="505200"/>
          </a:xfrm>
          <a:prstGeom prst="rect">
            <a:avLst/>
          </a:prstGeom>
        </p:spPr>
        <p:txBody>
          <a:bodyPr anchorCtr="0" anchor="t"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16" name="Google Shape;316;p45"/>
          <p:cNvSpPr txBox="1"/>
          <p:nvPr>
            <p:ph idx="2" type="body"/>
          </p:nvPr>
        </p:nvSpPr>
        <p:spPr>
          <a:xfrm>
            <a:off x="657679" y="436194"/>
            <a:ext cx="2278800" cy="1985100"/>
          </a:xfrm>
          <a:prstGeom prst="rect">
            <a:avLst/>
          </a:prstGeom>
        </p:spPr>
        <p:txBody>
          <a:bodyPr anchorCtr="0" anchor="t" bIns="91425" lIns="91425" spcFirstLastPara="1" rIns="91425" wrap="square" tIns="91425">
            <a:noAutofit/>
          </a:bodyPr>
          <a:lstStyle>
            <a:lvl1pPr indent="-406400" lvl="0" marL="457200">
              <a:lnSpc>
                <a:spcPct val="80000"/>
              </a:lnSpc>
              <a:spcBef>
                <a:spcPts val="0"/>
              </a:spcBef>
              <a:spcAft>
                <a:spcPts val="0"/>
              </a:spcAft>
              <a:buClr>
                <a:schemeClr val="accent2"/>
              </a:buClr>
              <a:buSzPts val="2800"/>
              <a:buChar char="●"/>
              <a:defRPr sz="2800">
                <a:solidFill>
                  <a:schemeClr val="accent2"/>
                </a:solidFill>
              </a:defRPr>
            </a:lvl1pPr>
            <a:lvl2pPr indent="-406400" lvl="1" marL="914400">
              <a:lnSpc>
                <a:spcPct val="80000"/>
              </a:lnSpc>
              <a:spcBef>
                <a:spcPts val="0"/>
              </a:spcBef>
              <a:spcAft>
                <a:spcPts val="0"/>
              </a:spcAft>
              <a:buClr>
                <a:schemeClr val="accent2"/>
              </a:buClr>
              <a:buSzPts val="2800"/>
              <a:buChar char="○"/>
              <a:defRPr sz="2800">
                <a:solidFill>
                  <a:schemeClr val="accent2"/>
                </a:solidFill>
              </a:defRPr>
            </a:lvl2pPr>
            <a:lvl3pPr indent="-406400" lvl="2" marL="1371600">
              <a:lnSpc>
                <a:spcPct val="80000"/>
              </a:lnSpc>
              <a:spcBef>
                <a:spcPts val="0"/>
              </a:spcBef>
              <a:spcAft>
                <a:spcPts val="0"/>
              </a:spcAft>
              <a:buClr>
                <a:schemeClr val="accent2"/>
              </a:buClr>
              <a:buSzPts val="2800"/>
              <a:buChar char="■"/>
              <a:defRPr sz="2800">
                <a:solidFill>
                  <a:schemeClr val="accent2"/>
                </a:solidFill>
              </a:defRPr>
            </a:lvl3pPr>
            <a:lvl4pPr indent="-406400" lvl="3" marL="1828800">
              <a:lnSpc>
                <a:spcPct val="80000"/>
              </a:lnSpc>
              <a:spcBef>
                <a:spcPts val="0"/>
              </a:spcBef>
              <a:spcAft>
                <a:spcPts val="0"/>
              </a:spcAft>
              <a:buClr>
                <a:schemeClr val="accent2"/>
              </a:buClr>
              <a:buSzPts val="2800"/>
              <a:buChar char="●"/>
              <a:defRPr sz="2800">
                <a:solidFill>
                  <a:schemeClr val="accent2"/>
                </a:solidFill>
              </a:defRPr>
            </a:lvl4pPr>
            <a:lvl5pPr indent="-406400" lvl="4" marL="2286000">
              <a:lnSpc>
                <a:spcPct val="80000"/>
              </a:lnSpc>
              <a:spcBef>
                <a:spcPts val="0"/>
              </a:spcBef>
              <a:spcAft>
                <a:spcPts val="0"/>
              </a:spcAft>
              <a:buClr>
                <a:schemeClr val="accent2"/>
              </a:buClr>
              <a:buSzPts val="2800"/>
              <a:buChar char="○"/>
              <a:defRPr sz="2800">
                <a:solidFill>
                  <a:schemeClr val="accent2"/>
                </a:solidFill>
              </a:defRPr>
            </a:lvl5pPr>
            <a:lvl6pPr indent="-406400" lvl="5" marL="2743200">
              <a:lnSpc>
                <a:spcPct val="80000"/>
              </a:lnSpc>
              <a:spcBef>
                <a:spcPts val="0"/>
              </a:spcBef>
              <a:spcAft>
                <a:spcPts val="0"/>
              </a:spcAft>
              <a:buClr>
                <a:schemeClr val="accent2"/>
              </a:buClr>
              <a:buSzPts val="2800"/>
              <a:buChar char="■"/>
              <a:defRPr sz="2800">
                <a:solidFill>
                  <a:schemeClr val="accent2"/>
                </a:solidFill>
              </a:defRPr>
            </a:lvl6pPr>
            <a:lvl7pPr indent="-406400" lvl="6" marL="3200400">
              <a:lnSpc>
                <a:spcPct val="80000"/>
              </a:lnSpc>
              <a:spcBef>
                <a:spcPts val="0"/>
              </a:spcBef>
              <a:spcAft>
                <a:spcPts val="0"/>
              </a:spcAft>
              <a:buClr>
                <a:schemeClr val="accent2"/>
              </a:buClr>
              <a:buSzPts val="2800"/>
              <a:buChar char="●"/>
              <a:defRPr sz="2800">
                <a:solidFill>
                  <a:schemeClr val="accent2"/>
                </a:solidFill>
              </a:defRPr>
            </a:lvl7pPr>
            <a:lvl8pPr indent="-406400" lvl="7" marL="3657600">
              <a:lnSpc>
                <a:spcPct val="80000"/>
              </a:lnSpc>
              <a:spcBef>
                <a:spcPts val="0"/>
              </a:spcBef>
              <a:spcAft>
                <a:spcPts val="0"/>
              </a:spcAft>
              <a:buClr>
                <a:schemeClr val="accent2"/>
              </a:buClr>
              <a:buSzPts val="2800"/>
              <a:buChar char="○"/>
              <a:defRPr sz="2800">
                <a:solidFill>
                  <a:schemeClr val="accent2"/>
                </a:solidFill>
              </a:defRPr>
            </a:lvl8pPr>
            <a:lvl9pPr indent="-406400" lvl="8" marL="4114800">
              <a:lnSpc>
                <a:spcPct val="80000"/>
              </a:lnSpc>
              <a:spcBef>
                <a:spcPts val="0"/>
              </a:spcBef>
              <a:spcAft>
                <a:spcPts val="0"/>
              </a:spcAft>
              <a:buClr>
                <a:schemeClr val="accent2"/>
              </a:buClr>
              <a:buSzPts val="2800"/>
              <a:buChar char="■"/>
              <a:defRPr sz="2800">
                <a:solidFill>
                  <a:schemeClr val="accent2"/>
                </a:solidFill>
              </a:defRPr>
            </a:lvl9pPr>
          </a:lstStyle>
          <a:p/>
        </p:txBody>
      </p:sp>
      <p:sp>
        <p:nvSpPr>
          <p:cNvPr id="317" name="Google Shape;317;p45"/>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494">
          <p15:clr>
            <a:srgbClr val="E46962"/>
          </p15:clr>
        </p15:guide>
        <p15:guide id="2" orient="horz" pos="504">
          <p15:clr>
            <a:srgbClr val="E46962"/>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 Graphic">
  <p:cSld name="CUSTOM_12">
    <p:bg>
      <p:bgPr>
        <a:solidFill>
          <a:schemeClr val="dk1"/>
        </a:solidFill>
      </p:bgPr>
    </p:bg>
    <p:spTree>
      <p:nvGrpSpPr>
        <p:cNvPr id="318" name="Shape 318"/>
        <p:cNvGrpSpPr/>
        <p:nvPr/>
      </p:nvGrpSpPr>
      <p:grpSpPr>
        <a:xfrm>
          <a:off x="0" y="0"/>
          <a:ext cx="0" cy="0"/>
          <a:chOff x="0" y="0"/>
          <a:chExt cx="0" cy="0"/>
        </a:xfrm>
      </p:grpSpPr>
      <p:sp>
        <p:nvSpPr>
          <p:cNvPr id="319" name="Google Shape;319;p46"/>
          <p:cNvSpPr txBox="1"/>
          <p:nvPr>
            <p:ph idx="1" type="body"/>
          </p:nvPr>
        </p:nvSpPr>
        <p:spPr>
          <a:xfrm>
            <a:off x="569725" y="3435300"/>
            <a:ext cx="2884200" cy="1185300"/>
          </a:xfrm>
          <a:prstGeom prst="rect">
            <a:avLst/>
          </a:prstGeom>
        </p:spPr>
        <p:txBody>
          <a:bodyPr anchorCtr="0" anchor="b" bIns="0" lIns="0" spcFirstLastPara="1" rIns="0" wrap="square" tIns="0">
            <a:noAutofit/>
          </a:bodyPr>
          <a:lstStyle>
            <a:lvl1pPr indent="-298450" lvl="0" marL="457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1pPr>
            <a:lvl2pPr indent="-298450" lvl="1" marL="914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2pPr>
            <a:lvl3pPr indent="-298450" lvl="2" marL="1371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3pPr>
            <a:lvl4pPr indent="-298450" lvl="3" marL="1828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4pPr>
            <a:lvl5pPr indent="-298450" lvl="4" marL="2286000">
              <a:spcBef>
                <a:spcPts val="0"/>
              </a:spcBef>
              <a:spcAft>
                <a:spcPts val="0"/>
              </a:spcAft>
              <a:buClr>
                <a:schemeClr val="lt1"/>
              </a:buClr>
              <a:buSzPts val="1100"/>
              <a:buFont typeface="Barlow"/>
              <a:buChar char="○"/>
              <a:defRPr>
                <a:solidFill>
                  <a:schemeClr val="lt1"/>
                </a:solidFill>
                <a:latin typeface="Barlow"/>
                <a:ea typeface="Barlow"/>
                <a:cs typeface="Barlow"/>
                <a:sym typeface="Barlow"/>
              </a:defRPr>
            </a:lvl5pPr>
            <a:lvl6pPr indent="-298450" lvl="5" marL="27432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6pPr>
            <a:lvl7pPr indent="-298450" lvl="6" marL="32004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7pPr>
            <a:lvl8pPr indent="-298450" lvl="7" marL="36576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8pPr>
            <a:lvl9pPr indent="-298450" lvl="8" marL="4114800">
              <a:spcBef>
                <a:spcPts val="0"/>
              </a:spcBef>
              <a:spcAft>
                <a:spcPts val="0"/>
              </a:spcAft>
              <a:buClr>
                <a:schemeClr val="lt1"/>
              </a:buClr>
              <a:buSzPts val="1100"/>
              <a:buFont typeface="Barlow"/>
              <a:buChar char="■"/>
              <a:defRPr sz="1100">
                <a:solidFill>
                  <a:schemeClr val="lt1"/>
                </a:solidFill>
                <a:latin typeface="Barlow"/>
                <a:ea typeface="Barlow"/>
                <a:cs typeface="Barlow"/>
                <a:sym typeface="Barlow"/>
              </a:defRPr>
            </a:lvl9pPr>
          </a:lstStyle>
          <a:p/>
        </p:txBody>
      </p:sp>
      <p:sp>
        <p:nvSpPr>
          <p:cNvPr id="320" name="Google Shape;320;p46"/>
          <p:cNvSpPr txBox="1"/>
          <p:nvPr>
            <p:ph idx="2" type="subTitle"/>
          </p:nvPr>
        </p:nvSpPr>
        <p:spPr>
          <a:xfrm>
            <a:off x="466802" y="445100"/>
            <a:ext cx="2403600" cy="537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1400"/>
              <a:buFont typeface="Hepta Slab Medium"/>
              <a:buNone/>
              <a:defRPr>
                <a:solidFill>
                  <a:schemeClr val="accent2"/>
                </a:solidFill>
                <a:latin typeface="Hepta Slab Medium"/>
                <a:ea typeface="Hepta Slab Medium"/>
                <a:cs typeface="Hepta Slab Medium"/>
                <a:sym typeface="Hepta Slab Medium"/>
              </a:defRPr>
            </a:lvl1pPr>
            <a:lvl2pPr lvl="1">
              <a:spcBef>
                <a:spcPts val="0"/>
              </a:spcBef>
              <a:spcAft>
                <a:spcPts val="0"/>
              </a:spcAft>
              <a:buSzPts val="1400"/>
              <a:buFont typeface="Hepta Slab Medium"/>
              <a:buNone/>
              <a:defRPr>
                <a:latin typeface="Hepta Slab Medium"/>
                <a:ea typeface="Hepta Slab Medium"/>
                <a:cs typeface="Hepta Slab Medium"/>
                <a:sym typeface="Hepta Slab Medium"/>
              </a:defRPr>
            </a:lvl2pPr>
            <a:lvl3pPr lvl="2">
              <a:spcBef>
                <a:spcPts val="0"/>
              </a:spcBef>
              <a:spcAft>
                <a:spcPts val="0"/>
              </a:spcAft>
              <a:buSzPts val="1400"/>
              <a:buFont typeface="Hepta Slab Medium"/>
              <a:buNone/>
              <a:defRPr>
                <a:latin typeface="Hepta Slab Medium"/>
                <a:ea typeface="Hepta Slab Medium"/>
                <a:cs typeface="Hepta Slab Medium"/>
                <a:sym typeface="Hepta Slab Medium"/>
              </a:defRPr>
            </a:lvl3pPr>
            <a:lvl4pPr lvl="3">
              <a:spcBef>
                <a:spcPts val="0"/>
              </a:spcBef>
              <a:spcAft>
                <a:spcPts val="0"/>
              </a:spcAft>
              <a:buSzPts val="1400"/>
              <a:buFont typeface="Hepta Slab Medium"/>
              <a:buNone/>
              <a:defRPr>
                <a:latin typeface="Hepta Slab Medium"/>
                <a:ea typeface="Hepta Slab Medium"/>
                <a:cs typeface="Hepta Slab Medium"/>
                <a:sym typeface="Hepta Slab Medium"/>
              </a:defRPr>
            </a:lvl4pPr>
            <a:lvl5pPr lvl="4">
              <a:spcBef>
                <a:spcPts val="0"/>
              </a:spcBef>
              <a:spcAft>
                <a:spcPts val="0"/>
              </a:spcAft>
              <a:buSzPts val="1400"/>
              <a:buFont typeface="Hepta Slab Medium"/>
              <a:buNone/>
              <a:defRPr>
                <a:latin typeface="Hepta Slab Medium"/>
                <a:ea typeface="Hepta Slab Medium"/>
                <a:cs typeface="Hepta Slab Medium"/>
                <a:sym typeface="Hepta Slab Medium"/>
              </a:defRPr>
            </a:lvl5pPr>
            <a:lvl6pPr lvl="5">
              <a:spcBef>
                <a:spcPts val="0"/>
              </a:spcBef>
              <a:spcAft>
                <a:spcPts val="0"/>
              </a:spcAft>
              <a:buSzPts val="1400"/>
              <a:buFont typeface="Hepta Slab Medium"/>
              <a:buNone/>
              <a:defRPr>
                <a:latin typeface="Hepta Slab Medium"/>
                <a:ea typeface="Hepta Slab Medium"/>
                <a:cs typeface="Hepta Slab Medium"/>
                <a:sym typeface="Hepta Slab Medium"/>
              </a:defRPr>
            </a:lvl6pPr>
            <a:lvl7pPr lvl="6">
              <a:spcBef>
                <a:spcPts val="0"/>
              </a:spcBef>
              <a:spcAft>
                <a:spcPts val="0"/>
              </a:spcAft>
              <a:buSzPts val="1400"/>
              <a:buFont typeface="Hepta Slab Medium"/>
              <a:buNone/>
              <a:defRPr>
                <a:latin typeface="Hepta Slab Medium"/>
                <a:ea typeface="Hepta Slab Medium"/>
                <a:cs typeface="Hepta Slab Medium"/>
                <a:sym typeface="Hepta Slab Medium"/>
              </a:defRPr>
            </a:lvl7pPr>
            <a:lvl8pPr lvl="7">
              <a:spcBef>
                <a:spcPts val="0"/>
              </a:spcBef>
              <a:spcAft>
                <a:spcPts val="0"/>
              </a:spcAft>
              <a:buSzPts val="1400"/>
              <a:buFont typeface="Hepta Slab Medium"/>
              <a:buNone/>
              <a:defRPr>
                <a:latin typeface="Hepta Slab Medium"/>
                <a:ea typeface="Hepta Slab Medium"/>
                <a:cs typeface="Hepta Slab Medium"/>
                <a:sym typeface="Hepta Slab Medium"/>
              </a:defRPr>
            </a:lvl8pPr>
            <a:lvl9pPr lvl="8">
              <a:spcBef>
                <a:spcPts val="0"/>
              </a:spcBef>
              <a:spcAft>
                <a:spcPts val="0"/>
              </a:spcAft>
              <a:buSzPts val="1400"/>
              <a:buFont typeface="Hepta Slab Medium"/>
              <a:buNone/>
              <a:defRPr>
                <a:latin typeface="Hepta Slab Medium"/>
                <a:ea typeface="Hepta Slab Medium"/>
                <a:cs typeface="Hepta Slab Medium"/>
                <a:sym typeface="Hepta Slab Medium"/>
              </a:defRPr>
            </a:lvl9pPr>
          </a:lstStyle>
          <a:p/>
        </p:txBody>
      </p:sp>
      <p:sp>
        <p:nvSpPr>
          <p:cNvPr id="321" name="Google Shape;321;p46"/>
          <p:cNvSpPr txBox="1"/>
          <p:nvPr>
            <p:ph idx="12" type="sldNum"/>
          </p:nvPr>
        </p:nvSpPr>
        <p:spPr>
          <a:xfrm>
            <a:off x="8490529" y="250829"/>
            <a:ext cx="348900" cy="178200"/>
          </a:xfrm>
          <a:prstGeom prst="rect">
            <a:avLst/>
          </a:prstGeom>
        </p:spPr>
        <p:txBody>
          <a:bodyPr anchorCtr="0" anchor="t" bIns="91425" lIns="91425" spcFirstLastPara="1" rIns="91425" wrap="square" tIns="91425">
            <a:noAutofit/>
          </a:bodyPr>
          <a:lstStyle>
            <a:lvl1pPr lvl="0" rtl="0">
              <a:buNone/>
              <a:defRPr sz="1100">
                <a:solidFill>
                  <a:schemeClr val="accent2"/>
                </a:solidFill>
              </a:defRPr>
            </a:lvl1pPr>
            <a:lvl2pPr lvl="1" rtl="0">
              <a:buNone/>
              <a:defRPr sz="1100">
                <a:solidFill>
                  <a:schemeClr val="accent2"/>
                </a:solidFill>
              </a:defRPr>
            </a:lvl2pPr>
            <a:lvl3pPr lvl="2" rtl="0">
              <a:buNone/>
              <a:defRPr sz="1100">
                <a:solidFill>
                  <a:schemeClr val="accent2"/>
                </a:solidFill>
              </a:defRPr>
            </a:lvl3pPr>
            <a:lvl4pPr lvl="3" rtl="0">
              <a:buNone/>
              <a:defRPr sz="1100">
                <a:solidFill>
                  <a:schemeClr val="accent2"/>
                </a:solidFill>
              </a:defRPr>
            </a:lvl4pPr>
            <a:lvl5pPr lvl="4" rtl="0">
              <a:buNone/>
              <a:defRPr sz="1100">
                <a:solidFill>
                  <a:schemeClr val="accent2"/>
                </a:solidFill>
              </a:defRPr>
            </a:lvl5pPr>
            <a:lvl6pPr lvl="5" rtl="0">
              <a:buNone/>
              <a:defRPr sz="1100">
                <a:solidFill>
                  <a:schemeClr val="accent2"/>
                </a:solidFill>
              </a:defRPr>
            </a:lvl6pPr>
            <a:lvl7pPr lvl="6" rtl="0">
              <a:buNone/>
              <a:defRPr sz="1100">
                <a:solidFill>
                  <a:schemeClr val="accent2"/>
                </a:solidFill>
              </a:defRPr>
            </a:lvl7pPr>
            <a:lvl8pPr lvl="7" rtl="0">
              <a:buNone/>
              <a:defRPr sz="1100">
                <a:solidFill>
                  <a:schemeClr val="accent2"/>
                </a:solidFill>
              </a:defRPr>
            </a:lvl8pPr>
            <a:lvl9pPr lvl="8" rtl="0">
              <a:buNone/>
              <a:defRPr sz="1100">
                <a:solidFill>
                  <a:schemeClr val="accent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331">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type="title">
  <p:cSld name="TITLE">
    <p:bg>
      <p:bgPr>
        <a:solidFill>
          <a:schemeClr val="dk1"/>
        </a:solidFill>
      </p:bgPr>
    </p:bg>
    <p:spTree>
      <p:nvGrpSpPr>
        <p:cNvPr id="325" name="Shape 325"/>
        <p:cNvGrpSpPr/>
        <p:nvPr/>
      </p:nvGrpSpPr>
      <p:grpSpPr>
        <a:xfrm>
          <a:off x="0" y="0"/>
          <a:ext cx="0" cy="0"/>
          <a:chOff x="0" y="0"/>
          <a:chExt cx="0" cy="0"/>
        </a:xfrm>
      </p:grpSpPr>
      <p:sp>
        <p:nvSpPr>
          <p:cNvPr id="326" name="Google Shape;326;p48"/>
          <p:cNvSpPr/>
          <p:nvPr/>
        </p:nvSpPr>
        <p:spPr>
          <a:xfrm rot="-803331">
            <a:off x="3763560" y="2620270"/>
            <a:ext cx="3709213" cy="1405316"/>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400">
              <a:solidFill>
                <a:srgbClr val="364623"/>
              </a:solidFill>
            </a:endParaRPr>
          </a:p>
        </p:txBody>
      </p:sp>
      <p:sp>
        <p:nvSpPr>
          <p:cNvPr id="327" name="Google Shape;327;p48"/>
          <p:cNvSpPr/>
          <p:nvPr/>
        </p:nvSpPr>
        <p:spPr>
          <a:xfrm rot="335657">
            <a:off x="1617480" y="1033714"/>
            <a:ext cx="4176090" cy="14053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400">
              <a:solidFill>
                <a:srgbClr val="364623"/>
              </a:solidFill>
            </a:endParaRPr>
          </a:p>
        </p:txBody>
      </p:sp>
      <p:sp>
        <p:nvSpPr>
          <p:cNvPr id="328" name="Google Shape;328;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latin typeface="Archivo"/>
                <a:ea typeface="Archivo"/>
                <a:cs typeface="Archivo"/>
                <a:sym typeface="Archivo"/>
              </a:defRPr>
            </a:lvl1pPr>
            <a:lvl2pPr lvl="1" rtl="0">
              <a:buNone/>
              <a:defRPr>
                <a:solidFill>
                  <a:schemeClr val="lt1"/>
                </a:solidFill>
                <a:latin typeface="Archivo"/>
                <a:ea typeface="Archivo"/>
                <a:cs typeface="Archivo"/>
                <a:sym typeface="Archivo"/>
              </a:defRPr>
            </a:lvl2pPr>
            <a:lvl3pPr lvl="2" rtl="0">
              <a:buNone/>
              <a:defRPr>
                <a:solidFill>
                  <a:schemeClr val="lt1"/>
                </a:solidFill>
                <a:latin typeface="Archivo"/>
                <a:ea typeface="Archivo"/>
                <a:cs typeface="Archivo"/>
                <a:sym typeface="Archivo"/>
              </a:defRPr>
            </a:lvl3pPr>
            <a:lvl4pPr lvl="3" rtl="0">
              <a:buNone/>
              <a:defRPr>
                <a:solidFill>
                  <a:schemeClr val="lt1"/>
                </a:solidFill>
                <a:latin typeface="Archivo"/>
                <a:ea typeface="Archivo"/>
                <a:cs typeface="Archivo"/>
                <a:sym typeface="Archivo"/>
              </a:defRPr>
            </a:lvl4pPr>
            <a:lvl5pPr lvl="4" rtl="0">
              <a:buNone/>
              <a:defRPr>
                <a:solidFill>
                  <a:schemeClr val="lt1"/>
                </a:solidFill>
                <a:latin typeface="Archivo"/>
                <a:ea typeface="Archivo"/>
                <a:cs typeface="Archivo"/>
                <a:sym typeface="Archivo"/>
              </a:defRPr>
            </a:lvl5pPr>
            <a:lvl6pPr lvl="5" rtl="0">
              <a:buNone/>
              <a:defRPr>
                <a:solidFill>
                  <a:schemeClr val="lt1"/>
                </a:solidFill>
                <a:latin typeface="Archivo"/>
                <a:ea typeface="Archivo"/>
                <a:cs typeface="Archivo"/>
                <a:sym typeface="Archivo"/>
              </a:defRPr>
            </a:lvl6pPr>
            <a:lvl7pPr lvl="6" rtl="0">
              <a:buNone/>
              <a:defRPr>
                <a:solidFill>
                  <a:schemeClr val="lt1"/>
                </a:solidFill>
                <a:latin typeface="Archivo"/>
                <a:ea typeface="Archivo"/>
                <a:cs typeface="Archivo"/>
                <a:sym typeface="Archivo"/>
              </a:defRPr>
            </a:lvl7pPr>
            <a:lvl8pPr lvl="7" rtl="0">
              <a:buNone/>
              <a:defRPr>
                <a:solidFill>
                  <a:schemeClr val="lt1"/>
                </a:solidFill>
                <a:latin typeface="Archivo"/>
                <a:ea typeface="Archivo"/>
                <a:cs typeface="Archivo"/>
                <a:sym typeface="Archivo"/>
              </a:defRPr>
            </a:lvl8pPr>
            <a:lvl9pPr lvl="8" rtl="0">
              <a:buNone/>
              <a:defRPr>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329" name="Google Shape;329;p48"/>
          <p:cNvSpPr/>
          <p:nvPr/>
        </p:nvSpPr>
        <p:spPr>
          <a:xfrm rot="-1800530">
            <a:off x="-366677" y="2116999"/>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0" name="Google Shape;330;p48"/>
          <p:cNvSpPr/>
          <p:nvPr/>
        </p:nvSpPr>
        <p:spPr>
          <a:xfrm rot="-1801062">
            <a:off x="2721608" y="6059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1" name="Google Shape;331;p48"/>
          <p:cNvSpPr/>
          <p:nvPr/>
        </p:nvSpPr>
        <p:spPr>
          <a:xfrm rot="-1800530">
            <a:off x="2337298" y="2991649"/>
            <a:ext cx="1768928"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2" name="Google Shape;332;p48"/>
          <p:cNvSpPr/>
          <p:nvPr/>
        </p:nvSpPr>
        <p:spPr>
          <a:xfrm rot="-1801062">
            <a:off x="6609583" y="13970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3" name="Google Shape;333;p48"/>
          <p:cNvSpPr/>
          <p:nvPr/>
        </p:nvSpPr>
        <p:spPr>
          <a:xfrm rot="-1800530">
            <a:off x="7833473" y="2852174"/>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4" name="Google Shape;334;p48"/>
          <p:cNvSpPr/>
          <p:nvPr/>
        </p:nvSpPr>
        <p:spPr>
          <a:xfrm rot="-1801062">
            <a:off x="554733" y="31551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5" name="Google Shape;335;p48"/>
          <p:cNvSpPr/>
          <p:nvPr/>
        </p:nvSpPr>
        <p:spPr>
          <a:xfrm rot="-1801062">
            <a:off x="6609583" y="-3282"/>
            <a:ext cx="1000265"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6" name="Google Shape;336;p48"/>
          <p:cNvSpPr/>
          <p:nvPr/>
        </p:nvSpPr>
        <p:spPr>
          <a:xfrm rot="-1800278">
            <a:off x="5094424" y="925597"/>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7" name="Google Shape;337;p48"/>
          <p:cNvSpPr/>
          <p:nvPr/>
        </p:nvSpPr>
        <p:spPr>
          <a:xfrm rot="-1800388">
            <a:off x="5407407" y="4201495"/>
            <a:ext cx="1083988"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338" name="Google Shape;338;p48"/>
          <p:cNvSpPr/>
          <p:nvPr/>
        </p:nvSpPr>
        <p:spPr>
          <a:xfrm rot="-1800278">
            <a:off x="2227724" y="4111047"/>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339" name="Shape 339"/>
        <p:cNvGrpSpPr/>
        <p:nvPr/>
      </p:nvGrpSpPr>
      <p:grpSpPr>
        <a:xfrm>
          <a:off x="0" y="0"/>
          <a:ext cx="0" cy="0"/>
          <a:chOff x="0" y="0"/>
          <a:chExt cx="0" cy="0"/>
        </a:xfrm>
      </p:grpSpPr>
      <p:sp>
        <p:nvSpPr>
          <p:cNvPr id="340" name="Google Shape;340;p4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41" name="Google Shape;341;p4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342" name="Google Shape;342;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343" name="Shape 343"/>
        <p:cNvGrpSpPr/>
        <p:nvPr/>
      </p:nvGrpSpPr>
      <p:grpSpPr>
        <a:xfrm>
          <a:off x="0" y="0"/>
          <a:ext cx="0" cy="0"/>
          <a:chOff x="0" y="0"/>
          <a:chExt cx="0" cy="0"/>
        </a:xfrm>
      </p:grpSpPr>
      <p:sp>
        <p:nvSpPr>
          <p:cNvPr id="344" name="Google Shape;344;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5" name="Google Shape;345;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46" name="Google Shape;346;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347" name="Shape 347"/>
        <p:cNvGrpSpPr/>
        <p:nvPr/>
      </p:nvGrpSpPr>
      <p:grpSpPr>
        <a:xfrm>
          <a:off x="0" y="0"/>
          <a:ext cx="0" cy="0"/>
          <a:chOff x="0" y="0"/>
          <a:chExt cx="0" cy="0"/>
        </a:xfrm>
      </p:grpSpPr>
      <p:sp>
        <p:nvSpPr>
          <p:cNvPr id="348" name="Google Shape;348;p5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5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0" name="Google Shape;350;p51"/>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1" name="Google Shape;351;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352" name="Shape 352"/>
        <p:cNvGrpSpPr/>
        <p:nvPr/>
      </p:nvGrpSpPr>
      <p:grpSpPr>
        <a:xfrm>
          <a:off x="0" y="0"/>
          <a:ext cx="0" cy="0"/>
          <a:chOff x="0" y="0"/>
          <a:chExt cx="0" cy="0"/>
        </a:xfrm>
      </p:grpSpPr>
      <p:sp>
        <p:nvSpPr>
          <p:cNvPr id="353" name="Google Shape;353;p5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355" name="Shape 355"/>
        <p:cNvGrpSpPr/>
        <p:nvPr/>
      </p:nvGrpSpPr>
      <p:grpSpPr>
        <a:xfrm>
          <a:off x="0" y="0"/>
          <a:ext cx="0" cy="0"/>
          <a:chOff x="0" y="0"/>
          <a:chExt cx="0" cy="0"/>
        </a:xfrm>
      </p:grpSpPr>
      <p:sp>
        <p:nvSpPr>
          <p:cNvPr id="356" name="Google Shape;356;p53"/>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7" name="Google Shape;357;p5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8" name="Google Shape;358;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359" name="Shape 359"/>
        <p:cNvGrpSpPr/>
        <p:nvPr/>
      </p:nvGrpSpPr>
      <p:grpSpPr>
        <a:xfrm>
          <a:off x="0" y="0"/>
          <a:ext cx="0" cy="0"/>
          <a:chOff x="0" y="0"/>
          <a:chExt cx="0" cy="0"/>
        </a:xfrm>
      </p:grpSpPr>
      <p:sp>
        <p:nvSpPr>
          <p:cNvPr id="360" name="Google Shape;360;p54"/>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1" name="Google Shape;361;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1">
    <p:spTree>
      <p:nvGrpSpPr>
        <p:cNvPr id="362" name="Shape 362"/>
        <p:cNvGrpSpPr/>
        <p:nvPr/>
      </p:nvGrpSpPr>
      <p:grpSpPr>
        <a:xfrm>
          <a:off x="0" y="0"/>
          <a:ext cx="0" cy="0"/>
          <a:chOff x="0" y="0"/>
          <a:chExt cx="0" cy="0"/>
        </a:xfrm>
      </p:grpSpPr>
      <p:sp>
        <p:nvSpPr>
          <p:cNvPr id="363" name="Google Shape;363;p5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55"/>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65" name="Google Shape;365;p5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66" name="Google Shape;366;p5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67" name="Google Shape;367;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368" name="Shape 368"/>
        <p:cNvGrpSpPr/>
        <p:nvPr/>
      </p:nvGrpSpPr>
      <p:grpSpPr>
        <a:xfrm>
          <a:off x="0" y="0"/>
          <a:ext cx="0" cy="0"/>
          <a:chOff x="0" y="0"/>
          <a:chExt cx="0" cy="0"/>
        </a:xfrm>
      </p:grpSpPr>
      <p:sp>
        <p:nvSpPr>
          <p:cNvPr id="369" name="Google Shape;369;p5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600"/>
              <a:buNone/>
              <a:defRPr/>
            </a:lvl1pPr>
          </a:lstStyle>
          <a:p/>
        </p:txBody>
      </p:sp>
      <p:sp>
        <p:nvSpPr>
          <p:cNvPr id="370" name="Google Shape;370;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_1">
    <p:spTree>
      <p:nvGrpSpPr>
        <p:cNvPr id="371" name="Shape 371"/>
        <p:cNvGrpSpPr/>
        <p:nvPr/>
      </p:nvGrpSpPr>
      <p:grpSpPr>
        <a:xfrm>
          <a:off x="0" y="0"/>
          <a:ext cx="0" cy="0"/>
          <a:chOff x="0" y="0"/>
          <a:chExt cx="0" cy="0"/>
        </a:xfrm>
      </p:grpSpPr>
      <p:sp>
        <p:nvSpPr>
          <p:cNvPr id="372" name="Google Shape;372;p57"/>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3" name="Google Shape;373;p5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30200" lvl="0" marL="457200" algn="ctr">
              <a:spcBef>
                <a:spcPts val="0"/>
              </a:spcBef>
              <a:spcAft>
                <a:spcPts val="0"/>
              </a:spcAft>
              <a:buSzPts val="1600"/>
              <a:buChar char="●"/>
              <a:defRPr/>
            </a:lvl1pPr>
            <a:lvl2pPr indent="-330200" lvl="1" marL="914400" algn="ctr">
              <a:spcBef>
                <a:spcPts val="0"/>
              </a:spcBef>
              <a:spcAft>
                <a:spcPts val="0"/>
              </a:spcAft>
              <a:buSzPts val="1600"/>
              <a:buChar char="○"/>
              <a:defRPr/>
            </a:lvl2pPr>
            <a:lvl3pPr indent="-330200" lvl="2" marL="1371600" algn="ctr">
              <a:spcBef>
                <a:spcPts val="0"/>
              </a:spcBef>
              <a:spcAft>
                <a:spcPts val="0"/>
              </a:spcAft>
              <a:buSzPts val="1600"/>
              <a:buChar char="■"/>
              <a:defRPr/>
            </a:lvl3pPr>
            <a:lvl4pPr indent="-330200" lvl="3" marL="1828800" algn="ctr">
              <a:spcBef>
                <a:spcPts val="0"/>
              </a:spcBef>
              <a:spcAft>
                <a:spcPts val="0"/>
              </a:spcAft>
              <a:buSzPts val="1600"/>
              <a:buChar char="●"/>
              <a:defRPr/>
            </a:lvl4pPr>
            <a:lvl5pPr indent="-330200" lvl="4" marL="2286000" algn="ctr">
              <a:spcBef>
                <a:spcPts val="0"/>
              </a:spcBef>
              <a:spcAft>
                <a:spcPts val="0"/>
              </a:spcAft>
              <a:buSzPts val="1600"/>
              <a:buChar char="○"/>
              <a:defRPr/>
            </a:lvl5pPr>
            <a:lvl6pPr indent="-330200" lvl="5" marL="2743200" algn="ctr">
              <a:spcBef>
                <a:spcPts val="0"/>
              </a:spcBef>
              <a:spcAft>
                <a:spcPts val="0"/>
              </a:spcAft>
              <a:buSzPts val="1600"/>
              <a:buChar char="■"/>
              <a:defRPr/>
            </a:lvl6pPr>
            <a:lvl7pPr indent="-330200" lvl="6" marL="3200400" algn="ctr">
              <a:spcBef>
                <a:spcPts val="0"/>
              </a:spcBef>
              <a:spcAft>
                <a:spcPts val="0"/>
              </a:spcAft>
              <a:buSzPts val="1600"/>
              <a:buChar char="●"/>
              <a:defRPr/>
            </a:lvl7pPr>
            <a:lvl8pPr indent="-330200" lvl="7" marL="3657600" algn="ctr">
              <a:spcBef>
                <a:spcPts val="0"/>
              </a:spcBef>
              <a:spcAft>
                <a:spcPts val="0"/>
              </a:spcAft>
              <a:buSzPts val="1600"/>
              <a:buChar char="○"/>
              <a:defRPr/>
            </a:lvl8pPr>
            <a:lvl9pPr indent="-330200" lvl="8" marL="4114800" algn="ctr">
              <a:spcBef>
                <a:spcPts val="0"/>
              </a:spcBef>
              <a:spcAft>
                <a:spcPts val="0"/>
              </a:spcAft>
              <a:buSzPts val="1600"/>
              <a:buChar char="■"/>
              <a:defRPr/>
            </a:lvl9pPr>
          </a:lstStyle>
          <a:p/>
        </p:txBody>
      </p:sp>
      <p:sp>
        <p:nvSpPr>
          <p:cNvPr id="374" name="Google Shape;374;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375" name="Shape 375"/>
        <p:cNvGrpSpPr/>
        <p:nvPr/>
      </p:nvGrpSpPr>
      <p:grpSpPr>
        <a:xfrm>
          <a:off x="0" y="0"/>
          <a:ext cx="0" cy="0"/>
          <a:chOff x="0" y="0"/>
          <a:chExt cx="0" cy="0"/>
        </a:xfrm>
      </p:grpSpPr>
      <p:sp>
        <p:nvSpPr>
          <p:cNvPr id="376" name="Google Shape;376;p5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7" name="Google Shape;377;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78" name="Google Shape;378;p58"/>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9" name="Google Shape;379;p58"/>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0" name="Google Shape;380;p58"/>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1" name="Google Shape;381;p58"/>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2" name="Google Shape;382;p58"/>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3" name="Google Shape;383;p58"/>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384" name="Shape 384"/>
        <p:cNvGrpSpPr/>
        <p:nvPr/>
      </p:nvGrpSpPr>
      <p:grpSpPr>
        <a:xfrm>
          <a:off x="0" y="0"/>
          <a:ext cx="0" cy="0"/>
          <a:chOff x="0" y="0"/>
          <a:chExt cx="0" cy="0"/>
        </a:xfrm>
      </p:grpSpPr>
      <p:sp>
        <p:nvSpPr>
          <p:cNvPr id="385" name="Google Shape;385;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87" name="Google Shape;387;p59"/>
          <p:cNvSpPr/>
          <p:nvPr>
            <p:ph idx="2" type="pic"/>
          </p:nvPr>
        </p:nvSpPr>
        <p:spPr>
          <a:xfrm>
            <a:off x="4992024" y="1152775"/>
            <a:ext cx="3840300" cy="3416400"/>
          </a:xfrm>
          <a:prstGeom prst="rect">
            <a:avLst/>
          </a:prstGeom>
          <a:noFill/>
          <a:ln>
            <a:noFill/>
          </a:ln>
        </p:spPr>
      </p:sp>
      <p:sp>
        <p:nvSpPr>
          <p:cNvPr id="388" name="Google Shape;38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
    <p:spTree>
      <p:nvGrpSpPr>
        <p:cNvPr id="389" name="Shape 389"/>
        <p:cNvGrpSpPr/>
        <p:nvPr/>
      </p:nvGrpSpPr>
      <p:grpSpPr>
        <a:xfrm>
          <a:off x="0" y="0"/>
          <a:ext cx="0" cy="0"/>
          <a:chOff x="0" y="0"/>
          <a:chExt cx="0" cy="0"/>
        </a:xfrm>
      </p:grpSpPr>
      <p:sp>
        <p:nvSpPr>
          <p:cNvPr id="390" name="Google Shape;390;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91" name="Google Shape;391;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2" name="Google Shape;392;p6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3" name="Google Shape;393;p6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4" name="Google Shape;394;p60"/>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5" name="Google Shape;395;p60"/>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396" name="Shape 396"/>
        <p:cNvGrpSpPr/>
        <p:nvPr/>
      </p:nvGrpSpPr>
      <p:grpSpPr>
        <a:xfrm>
          <a:off x="0" y="0"/>
          <a:ext cx="0" cy="0"/>
          <a:chOff x="0" y="0"/>
          <a:chExt cx="0" cy="0"/>
        </a:xfrm>
      </p:grpSpPr>
      <p:sp>
        <p:nvSpPr>
          <p:cNvPr id="397" name="Google Shape;39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398" name="Google Shape;398;p6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399" name="Google Shape;399;p6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0" name="Google Shape;400;p61"/>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Char char="●"/>
              <a:defRPr/>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1" name="Google Shape;401;p6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2" name="Google Shape;402;p61"/>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3" name="Google Shape;403;p61"/>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4" name="Google Shape;404;p61"/>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405" name="Shape 405"/>
        <p:cNvGrpSpPr/>
        <p:nvPr/>
      </p:nvGrpSpPr>
      <p:grpSpPr>
        <a:xfrm>
          <a:off x="0" y="0"/>
          <a:ext cx="0" cy="0"/>
          <a:chOff x="0" y="0"/>
          <a:chExt cx="0" cy="0"/>
        </a:xfrm>
      </p:grpSpPr>
      <p:sp>
        <p:nvSpPr>
          <p:cNvPr id="406" name="Google Shape;406;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07" name="Google Shape;407;p6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8" name="Google Shape;408;p6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09" name="Google Shape;409;p6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10" name="Google Shape;410;p6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30200" lvl="1" marL="914400">
              <a:spcBef>
                <a:spcPts val="0"/>
              </a:spcBef>
              <a:spcAft>
                <a:spcPts val="0"/>
              </a:spcAft>
              <a:buSzPts val="1600"/>
              <a:buChar char="○"/>
              <a:defRPr/>
            </a:lvl2pPr>
            <a:lvl3pPr indent="-330200" lvl="2" marL="1371600">
              <a:spcBef>
                <a:spcPts val="0"/>
              </a:spcBef>
              <a:spcAft>
                <a:spcPts val="0"/>
              </a:spcAft>
              <a:buSzPts val="1600"/>
              <a:buChar char="■"/>
              <a:defRPr/>
            </a:lvl3pPr>
            <a:lvl4pPr indent="-330200" lvl="3" marL="1828800">
              <a:spcBef>
                <a:spcPts val="0"/>
              </a:spcBef>
              <a:spcAft>
                <a:spcPts val="0"/>
              </a:spcAft>
              <a:buSzPts val="1600"/>
              <a:buChar char="●"/>
              <a:defRPr/>
            </a:lvl4pPr>
            <a:lvl5pPr indent="-330200" lvl="4" marL="2286000">
              <a:spcBef>
                <a:spcPts val="0"/>
              </a:spcBef>
              <a:spcAft>
                <a:spcPts val="0"/>
              </a:spcAft>
              <a:buSzPts val="1600"/>
              <a:buChar char="○"/>
              <a:defRPr/>
            </a:lvl5pPr>
            <a:lvl6pPr indent="-330200" lvl="5" marL="2743200">
              <a:spcBef>
                <a:spcPts val="0"/>
              </a:spcBef>
              <a:spcAft>
                <a:spcPts val="0"/>
              </a:spcAft>
              <a:buSzPts val="1600"/>
              <a:buChar char="■"/>
              <a:defRPr/>
            </a:lvl6pPr>
            <a:lvl7pPr indent="-330200" lvl="6" marL="3200400">
              <a:spcBef>
                <a:spcPts val="0"/>
              </a:spcBef>
              <a:spcAft>
                <a:spcPts val="0"/>
              </a:spcAft>
              <a:buSzPts val="1600"/>
              <a:buChar char="●"/>
              <a:defRPr/>
            </a:lvl7pPr>
            <a:lvl8pPr indent="-330200" lvl="7" marL="3657600">
              <a:spcBef>
                <a:spcPts val="0"/>
              </a:spcBef>
              <a:spcAft>
                <a:spcPts val="0"/>
              </a:spcAft>
              <a:buSzPts val="1600"/>
              <a:buChar char="○"/>
              <a:defRPr/>
            </a:lvl8pPr>
            <a:lvl9pPr indent="-330200" lvl="8" marL="4114800">
              <a:spcBef>
                <a:spcPts val="0"/>
              </a:spcBef>
              <a:spcAft>
                <a:spcPts val="0"/>
              </a:spcAft>
              <a:buSzPts val="1600"/>
              <a:buChar char="■"/>
              <a:defRPr/>
            </a:lvl9pPr>
          </a:lstStyle>
          <a:p/>
        </p:txBody>
      </p:sp>
      <p:sp>
        <p:nvSpPr>
          <p:cNvPr id="411" name="Google Shape;411;p6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2" name="Google Shape;412;p62"/>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3" name="Google Shape;413;p62"/>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4" name="Google Shape;414;p62"/>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15" name="Google Shape;415;p62"/>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416" name="Shape 416"/>
        <p:cNvGrpSpPr/>
        <p:nvPr/>
      </p:nvGrpSpPr>
      <p:grpSpPr>
        <a:xfrm>
          <a:off x="0" y="0"/>
          <a:ext cx="0" cy="0"/>
          <a:chOff x="0" y="0"/>
          <a:chExt cx="0" cy="0"/>
        </a:xfrm>
      </p:grpSpPr>
      <p:sp>
        <p:nvSpPr>
          <p:cNvPr id="417" name="Google Shape;417;p63"/>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8" name="Google Shape;418;p63"/>
          <p:cNvSpPr/>
          <p:nvPr>
            <p:ph idx="2" type="pic"/>
          </p:nvPr>
        </p:nvSpPr>
        <p:spPr>
          <a:xfrm>
            <a:off x="4804825" y="1133300"/>
            <a:ext cx="4027500" cy="2392800"/>
          </a:xfrm>
          <a:prstGeom prst="rect">
            <a:avLst/>
          </a:prstGeom>
          <a:noFill/>
          <a:ln>
            <a:noFill/>
          </a:ln>
        </p:spPr>
      </p:sp>
      <p:sp>
        <p:nvSpPr>
          <p:cNvPr id="419" name="Google Shape;419;p63"/>
          <p:cNvSpPr/>
          <p:nvPr>
            <p:ph idx="3" type="pic"/>
          </p:nvPr>
        </p:nvSpPr>
        <p:spPr>
          <a:xfrm>
            <a:off x="311725" y="1133300"/>
            <a:ext cx="4027500" cy="2392800"/>
          </a:xfrm>
          <a:prstGeom prst="rect">
            <a:avLst/>
          </a:prstGeom>
          <a:noFill/>
          <a:ln>
            <a:noFill/>
          </a:ln>
        </p:spPr>
      </p:sp>
      <p:sp>
        <p:nvSpPr>
          <p:cNvPr id="420" name="Google Shape;420;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1" name="Google Shape;42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22" name="Google Shape;42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3" name="Google Shape;42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4" name="Google Shape;42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425" name="Shape 425"/>
        <p:cNvGrpSpPr/>
        <p:nvPr/>
      </p:nvGrpSpPr>
      <p:grpSpPr>
        <a:xfrm>
          <a:off x="0" y="0"/>
          <a:ext cx="0" cy="0"/>
          <a:chOff x="0" y="0"/>
          <a:chExt cx="0" cy="0"/>
        </a:xfrm>
      </p:grpSpPr>
      <p:sp>
        <p:nvSpPr>
          <p:cNvPr id="426" name="Google Shape;426;p64"/>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7" name="Google Shape;427;p64"/>
          <p:cNvSpPr/>
          <p:nvPr>
            <p:ph idx="2" type="pic"/>
          </p:nvPr>
        </p:nvSpPr>
        <p:spPr>
          <a:xfrm>
            <a:off x="6205225" y="1128325"/>
            <a:ext cx="2627100" cy="2273100"/>
          </a:xfrm>
          <a:prstGeom prst="rect">
            <a:avLst/>
          </a:prstGeom>
          <a:noFill/>
          <a:ln>
            <a:noFill/>
          </a:ln>
        </p:spPr>
      </p:sp>
      <p:sp>
        <p:nvSpPr>
          <p:cNvPr id="428" name="Google Shape;428;p64"/>
          <p:cNvSpPr/>
          <p:nvPr>
            <p:ph idx="3" type="pic"/>
          </p:nvPr>
        </p:nvSpPr>
        <p:spPr>
          <a:xfrm>
            <a:off x="311725" y="1128325"/>
            <a:ext cx="2627100" cy="2273100"/>
          </a:xfrm>
          <a:prstGeom prst="rect">
            <a:avLst/>
          </a:prstGeom>
          <a:noFill/>
          <a:ln>
            <a:noFill/>
          </a:ln>
        </p:spPr>
      </p:sp>
      <p:sp>
        <p:nvSpPr>
          <p:cNvPr id="429" name="Google Shape;42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0" name="Google Shape;430;p64"/>
          <p:cNvSpPr/>
          <p:nvPr>
            <p:ph idx="5" type="pic"/>
          </p:nvPr>
        </p:nvSpPr>
        <p:spPr>
          <a:xfrm>
            <a:off x="3255250" y="1128325"/>
            <a:ext cx="2627100" cy="2273100"/>
          </a:xfrm>
          <a:prstGeom prst="rect">
            <a:avLst/>
          </a:prstGeom>
          <a:noFill/>
          <a:ln>
            <a:noFill/>
          </a:ln>
        </p:spPr>
      </p:sp>
      <p:sp>
        <p:nvSpPr>
          <p:cNvPr id="431" name="Google Shape;43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2" name="Google Shape;432;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33" name="Google Shape;433;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4" name="Google Shape;434;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5" name="Google Shape;435;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36" name="Google Shape;436;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4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437" name="Shape 437"/>
        <p:cNvGrpSpPr/>
        <p:nvPr/>
      </p:nvGrpSpPr>
      <p:grpSpPr>
        <a:xfrm>
          <a:off x="0" y="0"/>
          <a:ext cx="0" cy="0"/>
          <a:chOff x="0" y="0"/>
          <a:chExt cx="0" cy="0"/>
        </a:xfrm>
      </p:grpSpPr>
      <p:sp>
        <p:nvSpPr>
          <p:cNvPr id="438" name="Google Shape;438;p65"/>
          <p:cNvSpPr/>
          <p:nvPr>
            <p:ph idx="2" type="pic"/>
          </p:nvPr>
        </p:nvSpPr>
        <p:spPr>
          <a:xfrm>
            <a:off x="311700" y="445025"/>
            <a:ext cx="8520600" cy="4218300"/>
          </a:xfrm>
          <a:prstGeom prst="rect">
            <a:avLst/>
          </a:prstGeom>
          <a:noFill/>
          <a:ln>
            <a:noFill/>
          </a:ln>
        </p:spPr>
      </p:sp>
      <p:sp>
        <p:nvSpPr>
          <p:cNvPr id="439" name="Google Shape;439;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440" name="Shape 440"/>
        <p:cNvGrpSpPr/>
        <p:nvPr/>
      </p:nvGrpSpPr>
      <p:grpSpPr>
        <a:xfrm>
          <a:off x="0" y="0"/>
          <a:ext cx="0" cy="0"/>
          <a:chOff x="0" y="0"/>
          <a:chExt cx="0" cy="0"/>
        </a:xfrm>
      </p:grpSpPr>
      <p:sp>
        <p:nvSpPr>
          <p:cNvPr id="441" name="Google Shape;441;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442" name="Google Shape;442;p66"/>
          <p:cNvSpPr/>
          <p:nvPr>
            <p:ph idx="2" type="pic"/>
          </p:nvPr>
        </p:nvSpPr>
        <p:spPr>
          <a:xfrm>
            <a:off x="3389600" y="118913"/>
            <a:ext cx="1643700" cy="1535100"/>
          </a:xfrm>
          <a:prstGeom prst="rect">
            <a:avLst/>
          </a:prstGeom>
          <a:noFill/>
          <a:ln>
            <a:noFill/>
          </a:ln>
        </p:spPr>
      </p:sp>
      <p:sp>
        <p:nvSpPr>
          <p:cNvPr id="443" name="Google Shape;443;p66"/>
          <p:cNvSpPr/>
          <p:nvPr>
            <p:ph idx="3" type="pic"/>
          </p:nvPr>
        </p:nvSpPr>
        <p:spPr>
          <a:xfrm>
            <a:off x="5195935" y="118913"/>
            <a:ext cx="1643700" cy="1535100"/>
          </a:xfrm>
          <a:prstGeom prst="rect">
            <a:avLst/>
          </a:prstGeom>
          <a:noFill/>
          <a:ln>
            <a:noFill/>
          </a:ln>
        </p:spPr>
      </p:sp>
      <p:sp>
        <p:nvSpPr>
          <p:cNvPr id="444" name="Google Shape;444;p66"/>
          <p:cNvSpPr/>
          <p:nvPr>
            <p:ph idx="4" type="pic"/>
          </p:nvPr>
        </p:nvSpPr>
        <p:spPr>
          <a:xfrm>
            <a:off x="7002270" y="118913"/>
            <a:ext cx="1643700" cy="1535100"/>
          </a:xfrm>
          <a:prstGeom prst="rect">
            <a:avLst/>
          </a:prstGeom>
          <a:noFill/>
          <a:ln>
            <a:noFill/>
          </a:ln>
        </p:spPr>
      </p:sp>
      <p:sp>
        <p:nvSpPr>
          <p:cNvPr id="445" name="Google Shape;445;p66"/>
          <p:cNvSpPr/>
          <p:nvPr>
            <p:ph idx="5" type="pic"/>
          </p:nvPr>
        </p:nvSpPr>
        <p:spPr>
          <a:xfrm>
            <a:off x="3389588" y="1804212"/>
            <a:ext cx="1643700" cy="1535100"/>
          </a:xfrm>
          <a:prstGeom prst="rect">
            <a:avLst/>
          </a:prstGeom>
          <a:noFill/>
          <a:ln>
            <a:noFill/>
          </a:ln>
        </p:spPr>
      </p:sp>
      <p:sp>
        <p:nvSpPr>
          <p:cNvPr id="446" name="Google Shape;446;p66"/>
          <p:cNvSpPr/>
          <p:nvPr>
            <p:ph idx="6" type="pic"/>
          </p:nvPr>
        </p:nvSpPr>
        <p:spPr>
          <a:xfrm>
            <a:off x="5195922" y="1804212"/>
            <a:ext cx="1643700" cy="1535100"/>
          </a:xfrm>
          <a:prstGeom prst="rect">
            <a:avLst/>
          </a:prstGeom>
          <a:noFill/>
          <a:ln>
            <a:noFill/>
          </a:ln>
        </p:spPr>
      </p:sp>
      <p:sp>
        <p:nvSpPr>
          <p:cNvPr id="447" name="Google Shape;447;p66"/>
          <p:cNvSpPr/>
          <p:nvPr>
            <p:ph idx="7" type="pic"/>
          </p:nvPr>
        </p:nvSpPr>
        <p:spPr>
          <a:xfrm>
            <a:off x="7002257" y="1804212"/>
            <a:ext cx="1643700" cy="1535100"/>
          </a:xfrm>
          <a:prstGeom prst="rect">
            <a:avLst/>
          </a:prstGeom>
          <a:noFill/>
          <a:ln>
            <a:noFill/>
          </a:ln>
        </p:spPr>
      </p:sp>
      <p:sp>
        <p:nvSpPr>
          <p:cNvPr id="448" name="Google Shape;448;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5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9" name="Google Shape;449;p66"/>
          <p:cNvSpPr/>
          <p:nvPr>
            <p:ph idx="8" type="pic"/>
          </p:nvPr>
        </p:nvSpPr>
        <p:spPr>
          <a:xfrm>
            <a:off x="3389588" y="3489487"/>
            <a:ext cx="1643700" cy="1535100"/>
          </a:xfrm>
          <a:prstGeom prst="rect">
            <a:avLst/>
          </a:prstGeom>
          <a:noFill/>
          <a:ln>
            <a:noFill/>
          </a:ln>
        </p:spPr>
      </p:sp>
      <p:sp>
        <p:nvSpPr>
          <p:cNvPr id="450" name="Google Shape;450;p66"/>
          <p:cNvSpPr/>
          <p:nvPr>
            <p:ph idx="9" type="pic"/>
          </p:nvPr>
        </p:nvSpPr>
        <p:spPr>
          <a:xfrm>
            <a:off x="5195922" y="3489487"/>
            <a:ext cx="1643700" cy="1535100"/>
          </a:xfrm>
          <a:prstGeom prst="rect">
            <a:avLst/>
          </a:prstGeom>
          <a:noFill/>
          <a:ln>
            <a:noFill/>
          </a:ln>
        </p:spPr>
      </p:sp>
      <p:sp>
        <p:nvSpPr>
          <p:cNvPr id="451" name="Google Shape;451;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To-Play" type="secHead">
  <p:cSld name="SECTION_HEADER">
    <p:bg>
      <p:bgPr>
        <a:solidFill>
          <a:schemeClr val="lt2"/>
        </a:solidFill>
      </p:bgPr>
    </p:bg>
    <p:spTree>
      <p:nvGrpSpPr>
        <p:cNvPr id="452" name="Shape 452"/>
        <p:cNvGrpSpPr/>
        <p:nvPr/>
      </p:nvGrpSpPr>
      <p:grpSpPr>
        <a:xfrm>
          <a:off x="0" y="0"/>
          <a:ext cx="0" cy="0"/>
          <a:chOff x="0" y="0"/>
          <a:chExt cx="0" cy="0"/>
        </a:xfrm>
      </p:grpSpPr>
      <p:sp>
        <p:nvSpPr>
          <p:cNvPr id="453" name="Google Shape;453;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lt1"/>
                </a:solidFill>
                <a:latin typeface="Archivo"/>
                <a:ea typeface="Archivo"/>
                <a:cs typeface="Archivo"/>
                <a:sym typeface="Archivo"/>
              </a:defRPr>
            </a:lvl1pPr>
            <a:lvl2pPr lvl="1">
              <a:buNone/>
              <a:defRPr>
                <a:solidFill>
                  <a:schemeClr val="lt1"/>
                </a:solidFill>
                <a:latin typeface="Archivo"/>
                <a:ea typeface="Archivo"/>
                <a:cs typeface="Archivo"/>
                <a:sym typeface="Archivo"/>
              </a:defRPr>
            </a:lvl2pPr>
            <a:lvl3pPr lvl="2">
              <a:buNone/>
              <a:defRPr>
                <a:solidFill>
                  <a:schemeClr val="lt1"/>
                </a:solidFill>
                <a:latin typeface="Archivo"/>
                <a:ea typeface="Archivo"/>
                <a:cs typeface="Archivo"/>
                <a:sym typeface="Archivo"/>
              </a:defRPr>
            </a:lvl3pPr>
            <a:lvl4pPr lvl="3">
              <a:buNone/>
              <a:defRPr>
                <a:solidFill>
                  <a:schemeClr val="lt1"/>
                </a:solidFill>
                <a:latin typeface="Archivo"/>
                <a:ea typeface="Archivo"/>
                <a:cs typeface="Archivo"/>
                <a:sym typeface="Archivo"/>
              </a:defRPr>
            </a:lvl4pPr>
            <a:lvl5pPr lvl="4">
              <a:buNone/>
              <a:defRPr>
                <a:solidFill>
                  <a:schemeClr val="lt1"/>
                </a:solidFill>
                <a:latin typeface="Archivo"/>
                <a:ea typeface="Archivo"/>
                <a:cs typeface="Archivo"/>
                <a:sym typeface="Archivo"/>
              </a:defRPr>
            </a:lvl5pPr>
            <a:lvl6pPr lvl="5">
              <a:buNone/>
              <a:defRPr>
                <a:solidFill>
                  <a:schemeClr val="lt1"/>
                </a:solidFill>
                <a:latin typeface="Archivo"/>
                <a:ea typeface="Archivo"/>
                <a:cs typeface="Archivo"/>
                <a:sym typeface="Archivo"/>
              </a:defRPr>
            </a:lvl6pPr>
            <a:lvl7pPr lvl="6">
              <a:buNone/>
              <a:defRPr>
                <a:solidFill>
                  <a:schemeClr val="lt1"/>
                </a:solidFill>
                <a:latin typeface="Archivo"/>
                <a:ea typeface="Archivo"/>
                <a:cs typeface="Archivo"/>
                <a:sym typeface="Archivo"/>
              </a:defRPr>
            </a:lvl7pPr>
            <a:lvl8pPr lvl="7">
              <a:buNone/>
              <a:defRPr>
                <a:solidFill>
                  <a:schemeClr val="lt1"/>
                </a:solidFill>
                <a:latin typeface="Archivo"/>
                <a:ea typeface="Archivo"/>
                <a:cs typeface="Archivo"/>
                <a:sym typeface="Archivo"/>
              </a:defRPr>
            </a:lvl8pPr>
            <a:lvl9pPr lvl="8">
              <a:buNone/>
              <a:defRPr>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454" name="Google Shape;454;p67"/>
          <p:cNvSpPr txBox="1"/>
          <p:nvPr>
            <p:ph idx="1" type="subTitle"/>
          </p:nvPr>
        </p:nvSpPr>
        <p:spPr>
          <a:xfrm>
            <a:off x="448863" y="3444100"/>
            <a:ext cx="2072100" cy="705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p:txBody>
      </p:sp>
      <p:sp>
        <p:nvSpPr>
          <p:cNvPr id="455" name="Google Shape;455;p67"/>
          <p:cNvSpPr txBox="1"/>
          <p:nvPr>
            <p:ph idx="2" type="subTitle"/>
          </p:nvPr>
        </p:nvSpPr>
        <p:spPr>
          <a:xfrm>
            <a:off x="2521046" y="3444100"/>
            <a:ext cx="2072100" cy="705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p:txBody>
      </p:sp>
      <p:sp>
        <p:nvSpPr>
          <p:cNvPr id="456" name="Google Shape;456;p67"/>
          <p:cNvSpPr txBox="1"/>
          <p:nvPr>
            <p:ph idx="3" type="subTitle"/>
          </p:nvPr>
        </p:nvSpPr>
        <p:spPr>
          <a:xfrm>
            <a:off x="4593230" y="3444100"/>
            <a:ext cx="2072100" cy="705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p:txBody>
      </p:sp>
      <p:sp>
        <p:nvSpPr>
          <p:cNvPr id="457" name="Google Shape;457;p67"/>
          <p:cNvSpPr txBox="1"/>
          <p:nvPr>
            <p:ph idx="4" type="subTitle"/>
          </p:nvPr>
        </p:nvSpPr>
        <p:spPr>
          <a:xfrm>
            <a:off x="6665413" y="3444100"/>
            <a:ext cx="2072100" cy="705300"/>
          </a:xfrm>
          <a:prstGeom prst="rect">
            <a:avLst/>
          </a:prstGeom>
        </p:spPr>
        <p:txBody>
          <a:bodyPr anchorCtr="0" anchor="t" bIns="91425" lIns="91425" spcFirstLastPara="1" rIns="91425" wrap="square" tIns="91425">
            <a:noAutofit/>
          </a:bodyPr>
          <a:lstStyle>
            <a:lvl1pPr lvl="0">
              <a:spcBef>
                <a:spcPts val="0"/>
              </a:spcBef>
              <a:spcAft>
                <a:spcPts val="0"/>
              </a:spcAft>
              <a:buSzPts val="1600"/>
              <a:buFont typeface="Archivo SemiBold"/>
              <a:buNone/>
              <a:defRPr sz="1600">
                <a:latin typeface="Archivo SemiBold"/>
                <a:ea typeface="Archivo SemiBold"/>
                <a:cs typeface="Archivo SemiBold"/>
                <a:sym typeface="Archivo SemiBold"/>
              </a:defRPr>
            </a:lvl1pPr>
            <a:lvl2pPr lvl="1">
              <a:spcBef>
                <a:spcPts val="0"/>
              </a:spcBef>
              <a:spcAft>
                <a:spcPts val="0"/>
              </a:spcAft>
              <a:buSzPts val="1600"/>
              <a:buFont typeface="Archivo SemiBold"/>
              <a:buNone/>
              <a:defRPr sz="1600">
                <a:latin typeface="Archivo SemiBold"/>
                <a:ea typeface="Archivo SemiBold"/>
                <a:cs typeface="Archivo SemiBold"/>
                <a:sym typeface="Archivo SemiBold"/>
              </a:defRPr>
            </a:lvl2pPr>
            <a:lvl3pPr lvl="2">
              <a:spcBef>
                <a:spcPts val="0"/>
              </a:spcBef>
              <a:spcAft>
                <a:spcPts val="0"/>
              </a:spcAft>
              <a:buSzPts val="1600"/>
              <a:buFont typeface="Archivo SemiBold"/>
              <a:buNone/>
              <a:defRPr sz="1600">
                <a:latin typeface="Archivo SemiBold"/>
                <a:ea typeface="Archivo SemiBold"/>
                <a:cs typeface="Archivo SemiBold"/>
                <a:sym typeface="Archivo SemiBold"/>
              </a:defRPr>
            </a:lvl3pPr>
            <a:lvl4pPr lvl="3">
              <a:spcBef>
                <a:spcPts val="0"/>
              </a:spcBef>
              <a:spcAft>
                <a:spcPts val="0"/>
              </a:spcAft>
              <a:buSzPts val="1600"/>
              <a:buFont typeface="Archivo SemiBold"/>
              <a:buNone/>
              <a:defRPr sz="1600">
                <a:latin typeface="Archivo SemiBold"/>
                <a:ea typeface="Archivo SemiBold"/>
                <a:cs typeface="Archivo SemiBold"/>
                <a:sym typeface="Archivo SemiBold"/>
              </a:defRPr>
            </a:lvl4pPr>
            <a:lvl5pPr lvl="4">
              <a:spcBef>
                <a:spcPts val="0"/>
              </a:spcBef>
              <a:spcAft>
                <a:spcPts val="0"/>
              </a:spcAft>
              <a:buSzPts val="1600"/>
              <a:buFont typeface="Archivo SemiBold"/>
              <a:buNone/>
              <a:defRPr sz="1600">
                <a:latin typeface="Archivo SemiBold"/>
                <a:ea typeface="Archivo SemiBold"/>
                <a:cs typeface="Archivo SemiBold"/>
                <a:sym typeface="Archivo SemiBold"/>
              </a:defRPr>
            </a:lvl5pPr>
            <a:lvl6pPr lvl="5">
              <a:spcBef>
                <a:spcPts val="0"/>
              </a:spcBef>
              <a:spcAft>
                <a:spcPts val="0"/>
              </a:spcAft>
              <a:buSzPts val="1600"/>
              <a:buFont typeface="Archivo SemiBold"/>
              <a:buNone/>
              <a:defRPr sz="1600">
                <a:latin typeface="Archivo SemiBold"/>
                <a:ea typeface="Archivo SemiBold"/>
                <a:cs typeface="Archivo SemiBold"/>
                <a:sym typeface="Archivo SemiBold"/>
              </a:defRPr>
            </a:lvl6pPr>
            <a:lvl7pPr lvl="6">
              <a:spcBef>
                <a:spcPts val="0"/>
              </a:spcBef>
              <a:spcAft>
                <a:spcPts val="0"/>
              </a:spcAft>
              <a:buSzPts val="1600"/>
              <a:buFont typeface="Archivo SemiBold"/>
              <a:buNone/>
              <a:defRPr sz="1600">
                <a:latin typeface="Archivo SemiBold"/>
                <a:ea typeface="Archivo SemiBold"/>
                <a:cs typeface="Archivo SemiBold"/>
                <a:sym typeface="Archivo SemiBold"/>
              </a:defRPr>
            </a:lvl7pPr>
            <a:lvl8pPr lvl="7">
              <a:spcBef>
                <a:spcPts val="0"/>
              </a:spcBef>
              <a:spcAft>
                <a:spcPts val="0"/>
              </a:spcAft>
              <a:buSzPts val="1600"/>
              <a:buFont typeface="Archivo SemiBold"/>
              <a:buNone/>
              <a:defRPr sz="1600">
                <a:latin typeface="Archivo SemiBold"/>
                <a:ea typeface="Archivo SemiBold"/>
                <a:cs typeface="Archivo SemiBold"/>
                <a:sym typeface="Archivo SemiBold"/>
              </a:defRPr>
            </a:lvl8pPr>
            <a:lvl9pPr lvl="8">
              <a:spcBef>
                <a:spcPts val="0"/>
              </a:spcBef>
              <a:spcAft>
                <a:spcPts val="0"/>
              </a:spcAft>
              <a:buSzPts val="1600"/>
              <a:buFont typeface="Archivo SemiBold"/>
              <a:buNone/>
              <a:defRPr sz="1600">
                <a:latin typeface="Archivo SemiBold"/>
                <a:ea typeface="Archivo SemiBold"/>
                <a:cs typeface="Archivo SemiBold"/>
                <a:sym typeface="Archivo SemiBold"/>
              </a:defRPr>
            </a:lvl9pPr>
          </a:lstStyle>
          <a:p/>
        </p:txBody>
      </p:sp>
      <p:sp>
        <p:nvSpPr>
          <p:cNvPr id="458" name="Google Shape;458;p67"/>
          <p:cNvSpPr txBox="1"/>
          <p:nvPr>
            <p:ph idx="5" type="body"/>
          </p:nvPr>
        </p:nvSpPr>
        <p:spPr>
          <a:xfrm>
            <a:off x="448838" y="3843300"/>
            <a:ext cx="1888500" cy="7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BM Plex Serif"/>
              <a:buChar char="●"/>
              <a:defRPr sz="1200">
                <a:latin typeface="IBM Plex Serif"/>
                <a:ea typeface="IBM Plex Serif"/>
                <a:cs typeface="IBM Plex Serif"/>
                <a:sym typeface="IBM Plex Serif"/>
              </a:defRPr>
            </a:lvl1pPr>
            <a:lvl2pPr indent="-304800" lvl="1" marL="914400">
              <a:spcBef>
                <a:spcPts val="0"/>
              </a:spcBef>
              <a:spcAft>
                <a:spcPts val="0"/>
              </a:spcAft>
              <a:buSzPts val="1200"/>
              <a:buFont typeface="IBM Plex Serif"/>
              <a:buChar char="○"/>
              <a:defRPr sz="1200">
                <a:latin typeface="IBM Plex Serif"/>
                <a:ea typeface="IBM Plex Serif"/>
                <a:cs typeface="IBM Plex Serif"/>
                <a:sym typeface="IBM Plex Serif"/>
              </a:defRPr>
            </a:lvl2pPr>
            <a:lvl3pPr indent="-304800" lvl="2" marL="1371600">
              <a:spcBef>
                <a:spcPts val="0"/>
              </a:spcBef>
              <a:spcAft>
                <a:spcPts val="0"/>
              </a:spcAft>
              <a:buSzPts val="1200"/>
              <a:buFont typeface="IBM Plex Serif"/>
              <a:buChar char="■"/>
              <a:defRPr sz="1200">
                <a:latin typeface="IBM Plex Serif"/>
                <a:ea typeface="IBM Plex Serif"/>
                <a:cs typeface="IBM Plex Serif"/>
                <a:sym typeface="IBM Plex Serif"/>
              </a:defRPr>
            </a:lvl3pPr>
            <a:lvl4pPr indent="-304800" lvl="3" marL="1828800">
              <a:spcBef>
                <a:spcPts val="0"/>
              </a:spcBef>
              <a:spcAft>
                <a:spcPts val="0"/>
              </a:spcAft>
              <a:buSzPts val="1200"/>
              <a:buFont typeface="IBM Plex Serif"/>
              <a:buChar char="●"/>
              <a:defRPr sz="1200">
                <a:latin typeface="IBM Plex Serif"/>
                <a:ea typeface="IBM Plex Serif"/>
                <a:cs typeface="IBM Plex Serif"/>
                <a:sym typeface="IBM Plex Serif"/>
              </a:defRPr>
            </a:lvl4pPr>
            <a:lvl5pPr indent="-304800" lvl="4" marL="2286000">
              <a:spcBef>
                <a:spcPts val="0"/>
              </a:spcBef>
              <a:spcAft>
                <a:spcPts val="0"/>
              </a:spcAft>
              <a:buSzPts val="1200"/>
              <a:buFont typeface="IBM Plex Serif"/>
              <a:buChar char="○"/>
              <a:defRPr sz="1200">
                <a:latin typeface="IBM Plex Serif"/>
                <a:ea typeface="IBM Plex Serif"/>
                <a:cs typeface="IBM Plex Serif"/>
                <a:sym typeface="IBM Plex Serif"/>
              </a:defRPr>
            </a:lvl5pPr>
            <a:lvl6pPr indent="-304800" lvl="5" marL="2743200">
              <a:spcBef>
                <a:spcPts val="0"/>
              </a:spcBef>
              <a:spcAft>
                <a:spcPts val="0"/>
              </a:spcAft>
              <a:buSzPts val="1200"/>
              <a:buFont typeface="IBM Plex Serif"/>
              <a:buChar char="■"/>
              <a:defRPr sz="1200">
                <a:latin typeface="IBM Plex Serif"/>
                <a:ea typeface="IBM Plex Serif"/>
                <a:cs typeface="IBM Plex Serif"/>
                <a:sym typeface="IBM Plex Serif"/>
              </a:defRPr>
            </a:lvl6pPr>
            <a:lvl7pPr indent="-304800" lvl="6" marL="3200400">
              <a:spcBef>
                <a:spcPts val="0"/>
              </a:spcBef>
              <a:spcAft>
                <a:spcPts val="0"/>
              </a:spcAft>
              <a:buSzPts val="1200"/>
              <a:buFont typeface="IBM Plex Serif"/>
              <a:buChar char="●"/>
              <a:defRPr sz="1200">
                <a:latin typeface="IBM Plex Serif"/>
                <a:ea typeface="IBM Plex Serif"/>
                <a:cs typeface="IBM Plex Serif"/>
                <a:sym typeface="IBM Plex Serif"/>
              </a:defRPr>
            </a:lvl7pPr>
            <a:lvl8pPr indent="-304800" lvl="7" marL="3657600">
              <a:spcBef>
                <a:spcPts val="0"/>
              </a:spcBef>
              <a:spcAft>
                <a:spcPts val="0"/>
              </a:spcAft>
              <a:buSzPts val="1200"/>
              <a:buFont typeface="IBM Plex Serif"/>
              <a:buChar char="○"/>
              <a:defRPr sz="1200">
                <a:latin typeface="IBM Plex Serif"/>
                <a:ea typeface="IBM Plex Serif"/>
                <a:cs typeface="IBM Plex Serif"/>
                <a:sym typeface="IBM Plex Serif"/>
              </a:defRPr>
            </a:lvl8pPr>
            <a:lvl9pPr indent="-304800" lvl="8" marL="411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p:txBody>
      </p:sp>
      <p:sp>
        <p:nvSpPr>
          <p:cNvPr id="459" name="Google Shape;459;p67"/>
          <p:cNvSpPr txBox="1"/>
          <p:nvPr>
            <p:ph idx="6" type="body"/>
          </p:nvPr>
        </p:nvSpPr>
        <p:spPr>
          <a:xfrm>
            <a:off x="2521063" y="3843300"/>
            <a:ext cx="1888500" cy="7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BM Plex Serif"/>
              <a:buChar char="●"/>
              <a:defRPr sz="1200">
                <a:latin typeface="IBM Plex Serif"/>
                <a:ea typeface="IBM Plex Serif"/>
                <a:cs typeface="IBM Plex Serif"/>
                <a:sym typeface="IBM Plex Serif"/>
              </a:defRPr>
            </a:lvl1pPr>
            <a:lvl2pPr indent="-304800" lvl="1" marL="914400">
              <a:spcBef>
                <a:spcPts val="0"/>
              </a:spcBef>
              <a:spcAft>
                <a:spcPts val="0"/>
              </a:spcAft>
              <a:buSzPts val="1200"/>
              <a:buFont typeface="IBM Plex Serif"/>
              <a:buChar char="○"/>
              <a:defRPr sz="1200">
                <a:latin typeface="IBM Plex Serif"/>
                <a:ea typeface="IBM Plex Serif"/>
                <a:cs typeface="IBM Plex Serif"/>
                <a:sym typeface="IBM Plex Serif"/>
              </a:defRPr>
            </a:lvl2pPr>
            <a:lvl3pPr indent="-304800" lvl="2" marL="1371600">
              <a:spcBef>
                <a:spcPts val="0"/>
              </a:spcBef>
              <a:spcAft>
                <a:spcPts val="0"/>
              </a:spcAft>
              <a:buSzPts val="1200"/>
              <a:buFont typeface="IBM Plex Serif"/>
              <a:buChar char="■"/>
              <a:defRPr sz="1200">
                <a:latin typeface="IBM Plex Serif"/>
                <a:ea typeface="IBM Plex Serif"/>
                <a:cs typeface="IBM Plex Serif"/>
                <a:sym typeface="IBM Plex Serif"/>
              </a:defRPr>
            </a:lvl3pPr>
            <a:lvl4pPr indent="-304800" lvl="3" marL="1828800">
              <a:spcBef>
                <a:spcPts val="0"/>
              </a:spcBef>
              <a:spcAft>
                <a:spcPts val="0"/>
              </a:spcAft>
              <a:buSzPts val="1200"/>
              <a:buFont typeface="IBM Plex Serif"/>
              <a:buChar char="●"/>
              <a:defRPr sz="1200">
                <a:latin typeface="IBM Plex Serif"/>
                <a:ea typeface="IBM Plex Serif"/>
                <a:cs typeface="IBM Plex Serif"/>
                <a:sym typeface="IBM Plex Serif"/>
              </a:defRPr>
            </a:lvl4pPr>
            <a:lvl5pPr indent="-304800" lvl="4" marL="2286000">
              <a:spcBef>
                <a:spcPts val="0"/>
              </a:spcBef>
              <a:spcAft>
                <a:spcPts val="0"/>
              </a:spcAft>
              <a:buSzPts val="1200"/>
              <a:buFont typeface="IBM Plex Serif"/>
              <a:buChar char="○"/>
              <a:defRPr sz="1200">
                <a:latin typeface="IBM Plex Serif"/>
                <a:ea typeface="IBM Plex Serif"/>
                <a:cs typeface="IBM Plex Serif"/>
                <a:sym typeface="IBM Plex Serif"/>
              </a:defRPr>
            </a:lvl5pPr>
            <a:lvl6pPr indent="-304800" lvl="5" marL="2743200">
              <a:spcBef>
                <a:spcPts val="0"/>
              </a:spcBef>
              <a:spcAft>
                <a:spcPts val="0"/>
              </a:spcAft>
              <a:buSzPts val="1200"/>
              <a:buFont typeface="IBM Plex Serif"/>
              <a:buChar char="■"/>
              <a:defRPr sz="1200">
                <a:latin typeface="IBM Plex Serif"/>
                <a:ea typeface="IBM Plex Serif"/>
                <a:cs typeface="IBM Plex Serif"/>
                <a:sym typeface="IBM Plex Serif"/>
              </a:defRPr>
            </a:lvl6pPr>
            <a:lvl7pPr indent="-304800" lvl="6" marL="3200400">
              <a:spcBef>
                <a:spcPts val="0"/>
              </a:spcBef>
              <a:spcAft>
                <a:spcPts val="0"/>
              </a:spcAft>
              <a:buSzPts val="1200"/>
              <a:buFont typeface="IBM Plex Serif"/>
              <a:buChar char="●"/>
              <a:defRPr sz="1200">
                <a:latin typeface="IBM Plex Serif"/>
                <a:ea typeface="IBM Plex Serif"/>
                <a:cs typeface="IBM Plex Serif"/>
                <a:sym typeface="IBM Plex Serif"/>
              </a:defRPr>
            </a:lvl7pPr>
            <a:lvl8pPr indent="-304800" lvl="7" marL="3657600">
              <a:spcBef>
                <a:spcPts val="0"/>
              </a:spcBef>
              <a:spcAft>
                <a:spcPts val="0"/>
              </a:spcAft>
              <a:buSzPts val="1200"/>
              <a:buFont typeface="IBM Plex Serif"/>
              <a:buChar char="○"/>
              <a:defRPr sz="1200">
                <a:latin typeface="IBM Plex Serif"/>
                <a:ea typeface="IBM Plex Serif"/>
                <a:cs typeface="IBM Plex Serif"/>
                <a:sym typeface="IBM Plex Serif"/>
              </a:defRPr>
            </a:lvl8pPr>
            <a:lvl9pPr indent="-304800" lvl="8" marL="411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p:txBody>
      </p:sp>
      <p:sp>
        <p:nvSpPr>
          <p:cNvPr id="460" name="Google Shape;460;p67"/>
          <p:cNvSpPr txBox="1"/>
          <p:nvPr>
            <p:ph idx="7" type="body"/>
          </p:nvPr>
        </p:nvSpPr>
        <p:spPr>
          <a:xfrm>
            <a:off x="4593238" y="3843300"/>
            <a:ext cx="1888500" cy="7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BM Plex Serif"/>
              <a:buChar char="●"/>
              <a:defRPr sz="1200">
                <a:latin typeface="IBM Plex Serif"/>
                <a:ea typeface="IBM Plex Serif"/>
                <a:cs typeface="IBM Plex Serif"/>
                <a:sym typeface="IBM Plex Serif"/>
              </a:defRPr>
            </a:lvl1pPr>
            <a:lvl2pPr indent="-304800" lvl="1" marL="914400">
              <a:spcBef>
                <a:spcPts val="0"/>
              </a:spcBef>
              <a:spcAft>
                <a:spcPts val="0"/>
              </a:spcAft>
              <a:buSzPts val="1200"/>
              <a:buFont typeface="IBM Plex Serif"/>
              <a:buChar char="○"/>
              <a:defRPr sz="1200">
                <a:latin typeface="IBM Plex Serif"/>
                <a:ea typeface="IBM Plex Serif"/>
                <a:cs typeface="IBM Plex Serif"/>
                <a:sym typeface="IBM Plex Serif"/>
              </a:defRPr>
            </a:lvl2pPr>
            <a:lvl3pPr indent="-304800" lvl="2" marL="1371600">
              <a:spcBef>
                <a:spcPts val="0"/>
              </a:spcBef>
              <a:spcAft>
                <a:spcPts val="0"/>
              </a:spcAft>
              <a:buSzPts val="1200"/>
              <a:buFont typeface="IBM Plex Serif"/>
              <a:buChar char="■"/>
              <a:defRPr sz="1200">
                <a:latin typeface="IBM Plex Serif"/>
                <a:ea typeface="IBM Plex Serif"/>
                <a:cs typeface="IBM Plex Serif"/>
                <a:sym typeface="IBM Plex Serif"/>
              </a:defRPr>
            </a:lvl3pPr>
            <a:lvl4pPr indent="-304800" lvl="3" marL="1828800">
              <a:spcBef>
                <a:spcPts val="0"/>
              </a:spcBef>
              <a:spcAft>
                <a:spcPts val="0"/>
              </a:spcAft>
              <a:buSzPts val="1200"/>
              <a:buFont typeface="IBM Plex Serif"/>
              <a:buChar char="●"/>
              <a:defRPr sz="1200">
                <a:latin typeface="IBM Plex Serif"/>
                <a:ea typeface="IBM Plex Serif"/>
                <a:cs typeface="IBM Plex Serif"/>
                <a:sym typeface="IBM Plex Serif"/>
              </a:defRPr>
            </a:lvl4pPr>
            <a:lvl5pPr indent="-304800" lvl="4" marL="2286000">
              <a:spcBef>
                <a:spcPts val="0"/>
              </a:spcBef>
              <a:spcAft>
                <a:spcPts val="0"/>
              </a:spcAft>
              <a:buSzPts val="1200"/>
              <a:buFont typeface="IBM Plex Serif"/>
              <a:buChar char="○"/>
              <a:defRPr sz="1200">
                <a:latin typeface="IBM Plex Serif"/>
                <a:ea typeface="IBM Plex Serif"/>
                <a:cs typeface="IBM Plex Serif"/>
                <a:sym typeface="IBM Plex Serif"/>
              </a:defRPr>
            </a:lvl5pPr>
            <a:lvl6pPr indent="-304800" lvl="5" marL="2743200">
              <a:spcBef>
                <a:spcPts val="0"/>
              </a:spcBef>
              <a:spcAft>
                <a:spcPts val="0"/>
              </a:spcAft>
              <a:buSzPts val="1200"/>
              <a:buFont typeface="IBM Plex Serif"/>
              <a:buChar char="■"/>
              <a:defRPr sz="1200">
                <a:latin typeface="IBM Plex Serif"/>
                <a:ea typeface="IBM Plex Serif"/>
                <a:cs typeface="IBM Plex Serif"/>
                <a:sym typeface="IBM Plex Serif"/>
              </a:defRPr>
            </a:lvl6pPr>
            <a:lvl7pPr indent="-304800" lvl="6" marL="3200400">
              <a:spcBef>
                <a:spcPts val="0"/>
              </a:spcBef>
              <a:spcAft>
                <a:spcPts val="0"/>
              </a:spcAft>
              <a:buSzPts val="1200"/>
              <a:buFont typeface="IBM Plex Serif"/>
              <a:buChar char="●"/>
              <a:defRPr sz="1200">
                <a:latin typeface="IBM Plex Serif"/>
                <a:ea typeface="IBM Plex Serif"/>
                <a:cs typeface="IBM Plex Serif"/>
                <a:sym typeface="IBM Plex Serif"/>
              </a:defRPr>
            </a:lvl7pPr>
            <a:lvl8pPr indent="-304800" lvl="7" marL="3657600">
              <a:spcBef>
                <a:spcPts val="0"/>
              </a:spcBef>
              <a:spcAft>
                <a:spcPts val="0"/>
              </a:spcAft>
              <a:buSzPts val="1200"/>
              <a:buFont typeface="IBM Plex Serif"/>
              <a:buChar char="○"/>
              <a:defRPr sz="1200">
                <a:latin typeface="IBM Plex Serif"/>
                <a:ea typeface="IBM Plex Serif"/>
                <a:cs typeface="IBM Plex Serif"/>
                <a:sym typeface="IBM Plex Serif"/>
              </a:defRPr>
            </a:lvl8pPr>
            <a:lvl9pPr indent="-304800" lvl="8" marL="411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p:txBody>
      </p:sp>
      <p:sp>
        <p:nvSpPr>
          <p:cNvPr id="461" name="Google Shape;461;p67"/>
          <p:cNvSpPr txBox="1"/>
          <p:nvPr>
            <p:ph idx="8" type="body"/>
          </p:nvPr>
        </p:nvSpPr>
        <p:spPr>
          <a:xfrm>
            <a:off x="6665413" y="3843300"/>
            <a:ext cx="1888500" cy="757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Font typeface="IBM Plex Serif"/>
              <a:buChar char="●"/>
              <a:defRPr sz="1200">
                <a:latin typeface="IBM Plex Serif"/>
                <a:ea typeface="IBM Plex Serif"/>
                <a:cs typeface="IBM Plex Serif"/>
                <a:sym typeface="IBM Plex Serif"/>
              </a:defRPr>
            </a:lvl1pPr>
            <a:lvl2pPr indent="-304800" lvl="1" marL="914400">
              <a:spcBef>
                <a:spcPts val="0"/>
              </a:spcBef>
              <a:spcAft>
                <a:spcPts val="0"/>
              </a:spcAft>
              <a:buSzPts val="1200"/>
              <a:buFont typeface="IBM Plex Serif"/>
              <a:buChar char="○"/>
              <a:defRPr sz="1200">
                <a:latin typeface="IBM Plex Serif"/>
                <a:ea typeface="IBM Plex Serif"/>
                <a:cs typeface="IBM Plex Serif"/>
                <a:sym typeface="IBM Plex Serif"/>
              </a:defRPr>
            </a:lvl2pPr>
            <a:lvl3pPr indent="-304800" lvl="2" marL="1371600">
              <a:spcBef>
                <a:spcPts val="0"/>
              </a:spcBef>
              <a:spcAft>
                <a:spcPts val="0"/>
              </a:spcAft>
              <a:buSzPts val="1200"/>
              <a:buFont typeface="IBM Plex Serif"/>
              <a:buChar char="■"/>
              <a:defRPr sz="1200">
                <a:latin typeface="IBM Plex Serif"/>
                <a:ea typeface="IBM Plex Serif"/>
                <a:cs typeface="IBM Plex Serif"/>
                <a:sym typeface="IBM Plex Serif"/>
              </a:defRPr>
            </a:lvl3pPr>
            <a:lvl4pPr indent="-304800" lvl="3" marL="1828800">
              <a:spcBef>
                <a:spcPts val="0"/>
              </a:spcBef>
              <a:spcAft>
                <a:spcPts val="0"/>
              </a:spcAft>
              <a:buSzPts val="1200"/>
              <a:buFont typeface="IBM Plex Serif"/>
              <a:buChar char="●"/>
              <a:defRPr sz="1200">
                <a:latin typeface="IBM Plex Serif"/>
                <a:ea typeface="IBM Plex Serif"/>
                <a:cs typeface="IBM Plex Serif"/>
                <a:sym typeface="IBM Plex Serif"/>
              </a:defRPr>
            </a:lvl4pPr>
            <a:lvl5pPr indent="-304800" lvl="4" marL="2286000">
              <a:spcBef>
                <a:spcPts val="0"/>
              </a:spcBef>
              <a:spcAft>
                <a:spcPts val="0"/>
              </a:spcAft>
              <a:buSzPts val="1200"/>
              <a:buFont typeface="IBM Plex Serif"/>
              <a:buChar char="○"/>
              <a:defRPr sz="1200">
                <a:latin typeface="IBM Plex Serif"/>
                <a:ea typeface="IBM Plex Serif"/>
                <a:cs typeface="IBM Plex Serif"/>
                <a:sym typeface="IBM Plex Serif"/>
              </a:defRPr>
            </a:lvl5pPr>
            <a:lvl6pPr indent="-304800" lvl="5" marL="2743200">
              <a:spcBef>
                <a:spcPts val="0"/>
              </a:spcBef>
              <a:spcAft>
                <a:spcPts val="0"/>
              </a:spcAft>
              <a:buSzPts val="1200"/>
              <a:buFont typeface="IBM Plex Serif"/>
              <a:buChar char="■"/>
              <a:defRPr sz="1200">
                <a:latin typeface="IBM Plex Serif"/>
                <a:ea typeface="IBM Plex Serif"/>
                <a:cs typeface="IBM Plex Serif"/>
                <a:sym typeface="IBM Plex Serif"/>
              </a:defRPr>
            </a:lvl6pPr>
            <a:lvl7pPr indent="-304800" lvl="6" marL="3200400">
              <a:spcBef>
                <a:spcPts val="0"/>
              </a:spcBef>
              <a:spcAft>
                <a:spcPts val="0"/>
              </a:spcAft>
              <a:buSzPts val="1200"/>
              <a:buFont typeface="IBM Plex Serif"/>
              <a:buChar char="●"/>
              <a:defRPr sz="1200">
                <a:latin typeface="IBM Plex Serif"/>
                <a:ea typeface="IBM Plex Serif"/>
                <a:cs typeface="IBM Plex Serif"/>
                <a:sym typeface="IBM Plex Serif"/>
              </a:defRPr>
            </a:lvl7pPr>
            <a:lvl8pPr indent="-304800" lvl="7" marL="3657600">
              <a:spcBef>
                <a:spcPts val="0"/>
              </a:spcBef>
              <a:spcAft>
                <a:spcPts val="0"/>
              </a:spcAft>
              <a:buSzPts val="1200"/>
              <a:buFont typeface="IBM Plex Serif"/>
              <a:buChar char="○"/>
              <a:defRPr sz="1200">
                <a:latin typeface="IBM Plex Serif"/>
                <a:ea typeface="IBM Plex Serif"/>
                <a:cs typeface="IBM Plex Serif"/>
                <a:sym typeface="IBM Plex Serif"/>
              </a:defRPr>
            </a:lvl8pPr>
            <a:lvl9pPr indent="-304800" lvl="8" marL="4114800">
              <a:spcBef>
                <a:spcPts val="0"/>
              </a:spcBef>
              <a:spcAft>
                <a:spcPts val="0"/>
              </a:spcAft>
              <a:buSzPts val="1200"/>
              <a:buFont typeface="IBM Plex Serif"/>
              <a:buChar char="■"/>
              <a:defRPr sz="1200">
                <a:latin typeface="IBM Plex Serif"/>
                <a:ea typeface="IBM Plex Serif"/>
                <a:cs typeface="IBM Plex Serif"/>
                <a:sym typeface="IBM Plex Serif"/>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type="tx">
  <p:cSld name="TITLE_AND_BODY">
    <p:bg>
      <p:bgPr>
        <a:solidFill>
          <a:schemeClr val="lt1"/>
        </a:solidFill>
      </p:bgPr>
    </p:bg>
    <p:spTree>
      <p:nvGrpSpPr>
        <p:cNvPr id="462" name="Shape 462"/>
        <p:cNvGrpSpPr/>
        <p:nvPr/>
      </p:nvGrpSpPr>
      <p:grpSpPr>
        <a:xfrm>
          <a:off x="0" y="0"/>
          <a:ext cx="0" cy="0"/>
          <a:chOff x="0" y="0"/>
          <a:chExt cx="0" cy="0"/>
        </a:xfrm>
      </p:grpSpPr>
      <p:sp>
        <p:nvSpPr>
          <p:cNvPr id="463" name="Google Shape;463;p68"/>
          <p:cNvSpPr/>
          <p:nvPr>
            <p:ph idx="2" type="pic"/>
          </p:nvPr>
        </p:nvSpPr>
        <p:spPr>
          <a:xfrm>
            <a:off x="1210350" y="2258475"/>
            <a:ext cx="903600" cy="634500"/>
          </a:xfrm>
          <a:prstGeom prst="roundRect">
            <a:avLst>
              <a:gd fmla="val 50000" name="adj"/>
            </a:avLst>
          </a:prstGeom>
          <a:noFill/>
          <a:ln>
            <a:noFill/>
          </a:ln>
        </p:spPr>
      </p:sp>
      <p:sp>
        <p:nvSpPr>
          <p:cNvPr id="464" name="Google Shape;464;p68"/>
          <p:cNvSpPr/>
          <p:nvPr>
            <p:ph idx="3" type="pic"/>
          </p:nvPr>
        </p:nvSpPr>
        <p:spPr>
          <a:xfrm>
            <a:off x="1210350" y="3033200"/>
            <a:ext cx="903600" cy="634500"/>
          </a:xfrm>
          <a:prstGeom prst="roundRect">
            <a:avLst>
              <a:gd fmla="val 50000" name="adj"/>
            </a:avLst>
          </a:prstGeom>
          <a:noFill/>
          <a:ln>
            <a:noFill/>
          </a:ln>
        </p:spPr>
      </p:sp>
      <p:sp>
        <p:nvSpPr>
          <p:cNvPr id="465" name="Google Shape;465;p68"/>
          <p:cNvSpPr/>
          <p:nvPr>
            <p:ph idx="4" type="pic"/>
          </p:nvPr>
        </p:nvSpPr>
        <p:spPr>
          <a:xfrm>
            <a:off x="1210350" y="3886350"/>
            <a:ext cx="903600" cy="634500"/>
          </a:xfrm>
          <a:prstGeom prst="roundRect">
            <a:avLst>
              <a:gd fmla="val 50000" name="adj"/>
            </a:avLst>
          </a:prstGeom>
          <a:noFill/>
          <a:ln>
            <a:noFill/>
          </a:ln>
        </p:spPr>
      </p:sp>
      <p:sp>
        <p:nvSpPr>
          <p:cNvPr id="466" name="Google Shape;466;p68"/>
          <p:cNvSpPr/>
          <p:nvPr>
            <p:ph idx="5" type="pic"/>
          </p:nvPr>
        </p:nvSpPr>
        <p:spPr>
          <a:xfrm>
            <a:off x="7030050" y="2258475"/>
            <a:ext cx="903600" cy="634500"/>
          </a:xfrm>
          <a:prstGeom prst="roundRect">
            <a:avLst>
              <a:gd fmla="val 50000" name="adj"/>
            </a:avLst>
          </a:prstGeom>
          <a:noFill/>
          <a:ln>
            <a:noFill/>
          </a:ln>
        </p:spPr>
      </p:sp>
      <p:sp>
        <p:nvSpPr>
          <p:cNvPr id="467" name="Google Shape;467;p68"/>
          <p:cNvSpPr/>
          <p:nvPr>
            <p:ph idx="6" type="pic"/>
          </p:nvPr>
        </p:nvSpPr>
        <p:spPr>
          <a:xfrm>
            <a:off x="7030050" y="3033200"/>
            <a:ext cx="903600" cy="634500"/>
          </a:xfrm>
          <a:prstGeom prst="roundRect">
            <a:avLst>
              <a:gd fmla="val 50000" name="adj"/>
            </a:avLst>
          </a:prstGeom>
          <a:noFill/>
          <a:ln>
            <a:noFill/>
          </a:ln>
        </p:spPr>
      </p:sp>
      <p:sp>
        <p:nvSpPr>
          <p:cNvPr id="468" name="Google Shape;468;p68"/>
          <p:cNvSpPr/>
          <p:nvPr>
            <p:ph idx="7" type="pic"/>
          </p:nvPr>
        </p:nvSpPr>
        <p:spPr>
          <a:xfrm>
            <a:off x="7030050" y="3886350"/>
            <a:ext cx="903600" cy="634500"/>
          </a:xfrm>
          <a:prstGeom prst="roundRect">
            <a:avLst>
              <a:gd fmla="val 50000" name="adj"/>
            </a:avLst>
          </a:prstGeom>
          <a:noFill/>
          <a:ln>
            <a:noFill/>
          </a:ln>
        </p:spPr>
      </p:sp>
      <p:sp>
        <p:nvSpPr>
          <p:cNvPr id="469" name="Google Shape;469;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470" name="Google Shape;470;p68"/>
          <p:cNvSpPr txBox="1"/>
          <p:nvPr>
            <p:ph idx="1" type="subTitle"/>
          </p:nvPr>
        </p:nvSpPr>
        <p:spPr>
          <a:xfrm>
            <a:off x="2195900" y="1707550"/>
            <a:ext cx="2217000" cy="634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a:buNone/>
              <a:defRPr sz="2600"/>
            </a:lvl1pPr>
            <a:lvl2pPr lvl="1" algn="ctr">
              <a:spcBef>
                <a:spcPts val="0"/>
              </a:spcBef>
              <a:spcAft>
                <a:spcPts val="0"/>
              </a:spcAft>
              <a:buClr>
                <a:schemeClr val="dk1"/>
              </a:buClr>
              <a:buSzPts val="2600"/>
              <a:buFont typeface="Archivo"/>
              <a:buNone/>
              <a:defRPr b="1" sz="2600"/>
            </a:lvl2pPr>
            <a:lvl3pPr lvl="2" algn="ctr">
              <a:spcBef>
                <a:spcPts val="0"/>
              </a:spcBef>
              <a:spcAft>
                <a:spcPts val="0"/>
              </a:spcAft>
              <a:buClr>
                <a:schemeClr val="dk1"/>
              </a:buClr>
              <a:buSzPts val="2600"/>
              <a:buFont typeface="Archivo"/>
              <a:buNone/>
              <a:defRPr b="1" sz="2600"/>
            </a:lvl3pPr>
            <a:lvl4pPr lvl="3" algn="ctr">
              <a:spcBef>
                <a:spcPts val="0"/>
              </a:spcBef>
              <a:spcAft>
                <a:spcPts val="0"/>
              </a:spcAft>
              <a:buClr>
                <a:schemeClr val="dk1"/>
              </a:buClr>
              <a:buSzPts val="2600"/>
              <a:buFont typeface="Archivo"/>
              <a:buNone/>
              <a:defRPr b="1" sz="2600"/>
            </a:lvl4pPr>
            <a:lvl5pPr lvl="4" algn="ctr">
              <a:spcBef>
                <a:spcPts val="0"/>
              </a:spcBef>
              <a:spcAft>
                <a:spcPts val="0"/>
              </a:spcAft>
              <a:buClr>
                <a:schemeClr val="dk1"/>
              </a:buClr>
              <a:buSzPts val="2600"/>
              <a:buFont typeface="Archivo"/>
              <a:buNone/>
              <a:defRPr b="1" sz="2600"/>
            </a:lvl5pPr>
            <a:lvl6pPr lvl="5" algn="ctr">
              <a:spcBef>
                <a:spcPts val="0"/>
              </a:spcBef>
              <a:spcAft>
                <a:spcPts val="0"/>
              </a:spcAft>
              <a:buClr>
                <a:schemeClr val="dk1"/>
              </a:buClr>
              <a:buSzPts val="2600"/>
              <a:buFont typeface="Archivo"/>
              <a:buNone/>
              <a:defRPr b="1" sz="2600"/>
            </a:lvl6pPr>
            <a:lvl7pPr lvl="6" algn="ctr">
              <a:spcBef>
                <a:spcPts val="0"/>
              </a:spcBef>
              <a:spcAft>
                <a:spcPts val="0"/>
              </a:spcAft>
              <a:buClr>
                <a:schemeClr val="dk1"/>
              </a:buClr>
              <a:buSzPts val="2600"/>
              <a:buFont typeface="Archivo"/>
              <a:buNone/>
              <a:defRPr b="1" sz="2600"/>
            </a:lvl7pPr>
            <a:lvl8pPr lvl="7" algn="ctr">
              <a:spcBef>
                <a:spcPts val="0"/>
              </a:spcBef>
              <a:spcAft>
                <a:spcPts val="0"/>
              </a:spcAft>
              <a:buClr>
                <a:schemeClr val="dk1"/>
              </a:buClr>
              <a:buSzPts val="2600"/>
              <a:buFont typeface="Archivo"/>
              <a:buNone/>
              <a:defRPr b="1" sz="2600"/>
            </a:lvl8pPr>
            <a:lvl9pPr lvl="8" algn="ctr">
              <a:spcBef>
                <a:spcPts val="0"/>
              </a:spcBef>
              <a:spcAft>
                <a:spcPts val="0"/>
              </a:spcAft>
              <a:buClr>
                <a:schemeClr val="dk1"/>
              </a:buClr>
              <a:buSzPts val="2600"/>
              <a:buFont typeface="Archivo"/>
              <a:buNone/>
              <a:defRPr b="1" sz="2600"/>
            </a:lvl9pPr>
          </a:lstStyle>
          <a:p/>
        </p:txBody>
      </p:sp>
      <p:sp>
        <p:nvSpPr>
          <p:cNvPr id="471" name="Google Shape;471;p68"/>
          <p:cNvSpPr txBox="1"/>
          <p:nvPr>
            <p:ph idx="8" type="subTitle"/>
          </p:nvPr>
        </p:nvSpPr>
        <p:spPr>
          <a:xfrm>
            <a:off x="4726013" y="1707550"/>
            <a:ext cx="2217000" cy="6345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a:buNone/>
              <a:defRPr sz="2600"/>
            </a:lvl1pPr>
            <a:lvl2pPr lvl="1" algn="ctr">
              <a:spcBef>
                <a:spcPts val="0"/>
              </a:spcBef>
              <a:spcAft>
                <a:spcPts val="0"/>
              </a:spcAft>
              <a:buClr>
                <a:schemeClr val="dk1"/>
              </a:buClr>
              <a:buSzPts val="2600"/>
              <a:buFont typeface="Archivo"/>
              <a:buNone/>
              <a:defRPr b="1" sz="2600"/>
            </a:lvl2pPr>
            <a:lvl3pPr lvl="2" algn="ctr">
              <a:spcBef>
                <a:spcPts val="0"/>
              </a:spcBef>
              <a:spcAft>
                <a:spcPts val="0"/>
              </a:spcAft>
              <a:buClr>
                <a:schemeClr val="dk1"/>
              </a:buClr>
              <a:buSzPts val="2600"/>
              <a:buFont typeface="Archivo"/>
              <a:buNone/>
              <a:defRPr b="1" sz="2600"/>
            </a:lvl3pPr>
            <a:lvl4pPr lvl="3" algn="ctr">
              <a:spcBef>
                <a:spcPts val="0"/>
              </a:spcBef>
              <a:spcAft>
                <a:spcPts val="0"/>
              </a:spcAft>
              <a:buClr>
                <a:schemeClr val="dk1"/>
              </a:buClr>
              <a:buSzPts val="2600"/>
              <a:buFont typeface="Archivo"/>
              <a:buNone/>
              <a:defRPr b="1" sz="2600"/>
            </a:lvl4pPr>
            <a:lvl5pPr lvl="4" algn="ctr">
              <a:spcBef>
                <a:spcPts val="0"/>
              </a:spcBef>
              <a:spcAft>
                <a:spcPts val="0"/>
              </a:spcAft>
              <a:buClr>
                <a:schemeClr val="dk1"/>
              </a:buClr>
              <a:buSzPts val="2600"/>
              <a:buFont typeface="Archivo"/>
              <a:buNone/>
              <a:defRPr b="1" sz="2600"/>
            </a:lvl5pPr>
            <a:lvl6pPr lvl="5" algn="ctr">
              <a:spcBef>
                <a:spcPts val="0"/>
              </a:spcBef>
              <a:spcAft>
                <a:spcPts val="0"/>
              </a:spcAft>
              <a:buClr>
                <a:schemeClr val="dk1"/>
              </a:buClr>
              <a:buSzPts val="2600"/>
              <a:buFont typeface="Archivo"/>
              <a:buNone/>
              <a:defRPr b="1" sz="2600"/>
            </a:lvl6pPr>
            <a:lvl7pPr lvl="6" algn="ctr">
              <a:spcBef>
                <a:spcPts val="0"/>
              </a:spcBef>
              <a:spcAft>
                <a:spcPts val="0"/>
              </a:spcAft>
              <a:buClr>
                <a:schemeClr val="dk1"/>
              </a:buClr>
              <a:buSzPts val="2600"/>
              <a:buFont typeface="Archivo"/>
              <a:buNone/>
              <a:defRPr b="1" sz="2600"/>
            </a:lvl7pPr>
            <a:lvl8pPr lvl="7" algn="ctr">
              <a:spcBef>
                <a:spcPts val="0"/>
              </a:spcBef>
              <a:spcAft>
                <a:spcPts val="0"/>
              </a:spcAft>
              <a:buClr>
                <a:schemeClr val="dk1"/>
              </a:buClr>
              <a:buSzPts val="2600"/>
              <a:buFont typeface="Archivo"/>
              <a:buNone/>
              <a:defRPr b="1" sz="2600"/>
            </a:lvl8pPr>
            <a:lvl9pPr lvl="8" algn="ctr">
              <a:spcBef>
                <a:spcPts val="0"/>
              </a:spcBef>
              <a:spcAft>
                <a:spcPts val="0"/>
              </a:spcAft>
              <a:buClr>
                <a:schemeClr val="dk1"/>
              </a:buClr>
              <a:buSzPts val="2600"/>
              <a:buFont typeface="Archivo"/>
              <a:buNone/>
              <a:defRPr b="1" sz="26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t's Go!" type="twoColTx">
  <p:cSld name="TITLE_AND_TWO_COLUMNS">
    <p:bg>
      <p:bgPr>
        <a:solidFill>
          <a:schemeClr val="lt1"/>
        </a:solidFill>
      </p:bgPr>
    </p:bg>
    <p:spTree>
      <p:nvGrpSpPr>
        <p:cNvPr id="472" name="Shape 472"/>
        <p:cNvGrpSpPr/>
        <p:nvPr/>
      </p:nvGrpSpPr>
      <p:grpSpPr>
        <a:xfrm>
          <a:off x="0" y="0"/>
          <a:ext cx="0" cy="0"/>
          <a:chOff x="0" y="0"/>
          <a:chExt cx="0" cy="0"/>
        </a:xfrm>
      </p:grpSpPr>
      <p:sp>
        <p:nvSpPr>
          <p:cNvPr id="473" name="Google Shape;473;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474" name="Google Shape;474;p69"/>
          <p:cNvSpPr/>
          <p:nvPr/>
        </p:nvSpPr>
        <p:spPr>
          <a:xfrm rot="-1800530">
            <a:off x="258898" y="1204874"/>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75" name="Google Shape;475;p69"/>
          <p:cNvSpPr/>
          <p:nvPr/>
        </p:nvSpPr>
        <p:spPr>
          <a:xfrm rot="-1801062">
            <a:off x="2583683" y="6444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76" name="Google Shape;476;p69"/>
          <p:cNvSpPr/>
          <p:nvPr/>
        </p:nvSpPr>
        <p:spPr>
          <a:xfrm rot="-1800530">
            <a:off x="3355698" y="3643274"/>
            <a:ext cx="1768928"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77" name="Google Shape;477;p69"/>
          <p:cNvSpPr/>
          <p:nvPr/>
        </p:nvSpPr>
        <p:spPr>
          <a:xfrm rot="-1801062">
            <a:off x="6698483" y="16985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78" name="Google Shape;478;p69"/>
          <p:cNvSpPr/>
          <p:nvPr/>
        </p:nvSpPr>
        <p:spPr>
          <a:xfrm rot="-1800530">
            <a:off x="7977498" y="2991649"/>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79" name="Google Shape;479;p69"/>
          <p:cNvSpPr/>
          <p:nvPr/>
        </p:nvSpPr>
        <p:spPr>
          <a:xfrm rot="-1801062">
            <a:off x="-375417" y="38354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0" name="Google Shape;480;p69"/>
          <p:cNvSpPr/>
          <p:nvPr/>
        </p:nvSpPr>
        <p:spPr>
          <a:xfrm rot="-1801062">
            <a:off x="6609583" y="-3282"/>
            <a:ext cx="1000265"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1" name="Google Shape;481;p69"/>
          <p:cNvSpPr/>
          <p:nvPr/>
        </p:nvSpPr>
        <p:spPr>
          <a:xfrm rot="-1800278">
            <a:off x="5125349" y="1069622"/>
            <a:ext cx="722299"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2" name="Google Shape;482;p69"/>
          <p:cNvSpPr/>
          <p:nvPr/>
        </p:nvSpPr>
        <p:spPr>
          <a:xfrm rot="-1800388">
            <a:off x="4944507" y="4154170"/>
            <a:ext cx="1083988"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3" name="Google Shape;483;p69"/>
          <p:cNvSpPr/>
          <p:nvPr/>
        </p:nvSpPr>
        <p:spPr>
          <a:xfrm rot="-1800278">
            <a:off x="1569349" y="3905297"/>
            <a:ext cx="722299"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1" type="titleOnly">
  <p:cSld name="TITLE_ONLY">
    <p:bg>
      <p:bgPr>
        <a:solidFill>
          <a:schemeClr val="accent1"/>
        </a:solidFill>
      </p:bgPr>
    </p:bg>
    <p:spTree>
      <p:nvGrpSpPr>
        <p:cNvPr id="484" name="Shape 484"/>
        <p:cNvGrpSpPr/>
        <p:nvPr/>
      </p:nvGrpSpPr>
      <p:grpSpPr>
        <a:xfrm>
          <a:off x="0" y="0"/>
          <a:ext cx="0" cy="0"/>
          <a:chOff x="0" y="0"/>
          <a:chExt cx="0" cy="0"/>
        </a:xfrm>
      </p:grpSpPr>
      <p:sp>
        <p:nvSpPr>
          <p:cNvPr id="485" name="Google Shape;485;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lt2"/>
                </a:solidFill>
                <a:latin typeface="Archivo"/>
                <a:ea typeface="Archivo"/>
                <a:cs typeface="Archivo"/>
                <a:sym typeface="Archivo"/>
              </a:defRPr>
            </a:lvl1pPr>
            <a:lvl2pPr lvl="1">
              <a:buNone/>
              <a:defRPr>
                <a:solidFill>
                  <a:schemeClr val="lt2"/>
                </a:solidFill>
                <a:latin typeface="Archivo"/>
                <a:ea typeface="Archivo"/>
                <a:cs typeface="Archivo"/>
                <a:sym typeface="Archivo"/>
              </a:defRPr>
            </a:lvl2pPr>
            <a:lvl3pPr lvl="2">
              <a:buNone/>
              <a:defRPr>
                <a:solidFill>
                  <a:schemeClr val="lt2"/>
                </a:solidFill>
                <a:latin typeface="Archivo"/>
                <a:ea typeface="Archivo"/>
                <a:cs typeface="Archivo"/>
                <a:sym typeface="Archivo"/>
              </a:defRPr>
            </a:lvl3pPr>
            <a:lvl4pPr lvl="3">
              <a:buNone/>
              <a:defRPr>
                <a:solidFill>
                  <a:schemeClr val="lt2"/>
                </a:solidFill>
                <a:latin typeface="Archivo"/>
                <a:ea typeface="Archivo"/>
                <a:cs typeface="Archivo"/>
                <a:sym typeface="Archivo"/>
              </a:defRPr>
            </a:lvl4pPr>
            <a:lvl5pPr lvl="4">
              <a:buNone/>
              <a:defRPr>
                <a:solidFill>
                  <a:schemeClr val="lt2"/>
                </a:solidFill>
                <a:latin typeface="Archivo"/>
                <a:ea typeface="Archivo"/>
                <a:cs typeface="Archivo"/>
                <a:sym typeface="Archivo"/>
              </a:defRPr>
            </a:lvl5pPr>
            <a:lvl6pPr lvl="5">
              <a:buNone/>
              <a:defRPr>
                <a:solidFill>
                  <a:schemeClr val="lt2"/>
                </a:solidFill>
                <a:latin typeface="Archivo"/>
                <a:ea typeface="Archivo"/>
                <a:cs typeface="Archivo"/>
                <a:sym typeface="Archivo"/>
              </a:defRPr>
            </a:lvl6pPr>
            <a:lvl7pPr lvl="6">
              <a:buNone/>
              <a:defRPr>
                <a:solidFill>
                  <a:schemeClr val="lt2"/>
                </a:solidFill>
                <a:latin typeface="Archivo"/>
                <a:ea typeface="Archivo"/>
                <a:cs typeface="Archivo"/>
                <a:sym typeface="Archivo"/>
              </a:defRPr>
            </a:lvl7pPr>
            <a:lvl8pPr lvl="7">
              <a:buNone/>
              <a:defRPr>
                <a:solidFill>
                  <a:schemeClr val="lt2"/>
                </a:solidFill>
                <a:latin typeface="Archivo"/>
                <a:ea typeface="Archivo"/>
                <a:cs typeface="Archivo"/>
                <a:sym typeface="Archivo"/>
              </a:defRPr>
            </a:lvl8pPr>
            <a:lvl9pPr lvl="8">
              <a:buNone/>
              <a:defRPr>
                <a:solidFill>
                  <a:schemeClr val="lt2"/>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486" name="Google Shape;486;p70"/>
          <p:cNvSpPr/>
          <p:nvPr/>
        </p:nvSpPr>
        <p:spPr>
          <a:xfrm rot="-1801062">
            <a:off x="2491108" y="116916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7" name="Google Shape;487;p70"/>
          <p:cNvSpPr/>
          <p:nvPr/>
        </p:nvSpPr>
        <p:spPr>
          <a:xfrm rot="-1800278">
            <a:off x="5281949" y="744072"/>
            <a:ext cx="722299"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8" name="Google Shape;488;p70"/>
          <p:cNvSpPr/>
          <p:nvPr/>
        </p:nvSpPr>
        <p:spPr>
          <a:xfrm rot="-1800530">
            <a:off x="7223623" y="715274"/>
            <a:ext cx="1768928"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89" name="Google Shape;489;p70"/>
          <p:cNvSpPr/>
          <p:nvPr/>
        </p:nvSpPr>
        <p:spPr>
          <a:xfrm rot="-1800530">
            <a:off x="7720323" y="30842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90" name="Google Shape;490;p70"/>
          <p:cNvSpPr/>
          <p:nvPr/>
        </p:nvSpPr>
        <p:spPr>
          <a:xfrm rot="-1801062">
            <a:off x="-375417" y="38354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91" name="Google Shape;491;p70"/>
          <p:cNvSpPr/>
          <p:nvPr/>
        </p:nvSpPr>
        <p:spPr>
          <a:xfrm rot="-1800388">
            <a:off x="4944507" y="4154170"/>
            <a:ext cx="1083988"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92" name="Google Shape;492;p70"/>
          <p:cNvSpPr/>
          <p:nvPr/>
        </p:nvSpPr>
        <p:spPr>
          <a:xfrm rot="-1800278">
            <a:off x="1433349" y="3835422"/>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493" name="Google Shape;493;p70"/>
          <p:cNvSpPr/>
          <p:nvPr/>
        </p:nvSpPr>
        <p:spPr>
          <a:xfrm rot="-1800530">
            <a:off x="-336302" y="9770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8">
    <p:bg>
      <p:bgPr>
        <a:solidFill>
          <a:schemeClr val="dk2"/>
        </a:solidFill>
      </p:bgPr>
    </p:bg>
    <p:spTree>
      <p:nvGrpSpPr>
        <p:cNvPr id="494" name="Shape 494"/>
        <p:cNvGrpSpPr/>
        <p:nvPr/>
      </p:nvGrpSpPr>
      <p:grpSpPr>
        <a:xfrm>
          <a:off x="0" y="0"/>
          <a:ext cx="0" cy="0"/>
          <a:chOff x="0" y="0"/>
          <a:chExt cx="0" cy="0"/>
        </a:xfrm>
      </p:grpSpPr>
      <p:sp>
        <p:nvSpPr>
          <p:cNvPr id="495" name="Google Shape;495;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496" name="Google Shape;496;p71"/>
          <p:cNvSpPr txBox="1"/>
          <p:nvPr>
            <p:ph type="title"/>
          </p:nvPr>
        </p:nvSpPr>
        <p:spPr>
          <a:xfrm>
            <a:off x="1081200" y="3046325"/>
            <a:ext cx="69816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
        <p:nvSpPr>
          <p:cNvPr id="497" name="Google Shape;497;p71"/>
          <p:cNvSpPr/>
          <p:nvPr>
            <p:ph idx="2" type="pic"/>
          </p:nvPr>
        </p:nvSpPr>
        <p:spPr>
          <a:xfrm>
            <a:off x="3395850" y="389225"/>
            <a:ext cx="2352300" cy="2352300"/>
          </a:xfrm>
          <a:prstGeom prst="ellipse">
            <a:avLst/>
          </a:prstGeom>
          <a:no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ONE_COLUMN_TEXT">
    <p:bg>
      <p:bgPr>
        <a:solidFill>
          <a:schemeClr val="dk2"/>
        </a:solidFill>
      </p:bgPr>
    </p:bg>
    <p:spTree>
      <p:nvGrpSpPr>
        <p:cNvPr id="498" name="Shape 498"/>
        <p:cNvGrpSpPr/>
        <p:nvPr/>
      </p:nvGrpSpPr>
      <p:grpSpPr>
        <a:xfrm>
          <a:off x="0" y="0"/>
          <a:ext cx="0" cy="0"/>
          <a:chOff x="0" y="0"/>
          <a:chExt cx="0" cy="0"/>
        </a:xfrm>
      </p:grpSpPr>
      <p:sp>
        <p:nvSpPr>
          <p:cNvPr id="499" name="Google Shape;499;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500" name="Google Shape;500;p72"/>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1">
  <p:cSld name="MAIN_POINT">
    <p:bg>
      <p:bgPr>
        <a:solidFill>
          <a:schemeClr val="dk2"/>
        </a:solidFill>
      </p:bgPr>
    </p:bg>
    <p:spTree>
      <p:nvGrpSpPr>
        <p:cNvPr id="501" name="Shape 501"/>
        <p:cNvGrpSpPr/>
        <p:nvPr/>
      </p:nvGrpSpPr>
      <p:grpSpPr>
        <a:xfrm>
          <a:off x="0" y="0"/>
          <a:ext cx="0" cy="0"/>
          <a:chOff x="0" y="0"/>
          <a:chExt cx="0" cy="0"/>
        </a:xfrm>
      </p:grpSpPr>
      <p:sp>
        <p:nvSpPr>
          <p:cNvPr id="502" name="Google Shape;502;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503" name="Google Shape;503;p73"/>
          <p:cNvSpPr txBox="1"/>
          <p:nvPr>
            <p:ph type="title"/>
          </p:nvPr>
        </p:nvSpPr>
        <p:spPr>
          <a:xfrm>
            <a:off x="1125150" y="2895463"/>
            <a:ext cx="68937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p:txBody>
      </p:sp>
      <p:grpSp>
        <p:nvGrpSpPr>
          <p:cNvPr id="504" name="Google Shape;504;p73"/>
          <p:cNvGrpSpPr/>
          <p:nvPr/>
        </p:nvGrpSpPr>
        <p:grpSpPr>
          <a:xfrm>
            <a:off x="-233865" y="1761997"/>
            <a:ext cx="9652059" cy="2883165"/>
            <a:chOff x="-254024" y="1761997"/>
            <a:chExt cx="9652059" cy="2883165"/>
          </a:xfrm>
        </p:grpSpPr>
        <p:grpSp>
          <p:nvGrpSpPr>
            <p:cNvPr id="505" name="Google Shape;505;p73"/>
            <p:cNvGrpSpPr/>
            <p:nvPr/>
          </p:nvGrpSpPr>
          <p:grpSpPr>
            <a:xfrm>
              <a:off x="-254024" y="1761997"/>
              <a:ext cx="9652059" cy="483185"/>
              <a:chOff x="-216025" y="2997075"/>
              <a:chExt cx="9618395" cy="481500"/>
            </a:xfrm>
          </p:grpSpPr>
          <p:sp>
            <p:nvSpPr>
              <p:cNvPr id="506" name="Google Shape;506;p73"/>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7" name="Google Shape;507;p73"/>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8" name="Google Shape;508;p73"/>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73"/>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0" name="Google Shape;510;p73"/>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1" name="Google Shape;511;p73"/>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2" name="Google Shape;512;p73"/>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3" name="Google Shape;513;p73"/>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4" name="Google Shape;514;p73"/>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73"/>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73"/>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7" name="Google Shape;517;p73"/>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8" name="Google Shape;518;p73"/>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9" name="Google Shape;519;p73"/>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0" name="Google Shape;520;p73"/>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1" name="Google Shape;521;p73"/>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2" name="Google Shape;522;p73"/>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73"/>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4" name="Google Shape;524;p73"/>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5" name="Google Shape;525;p73"/>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26" name="Google Shape;526;p73"/>
            <p:cNvSpPr/>
            <p:nvPr/>
          </p:nvSpPr>
          <p:spPr>
            <a:xfrm>
              <a:off x="-49050" y="2007062"/>
              <a:ext cx="9187800" cy="24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27" name="Google Shape;527;p73"/>
            <p:cNvGrpSpPr/>
            <p:nvPr/>
          </p:nvGrpSpPr>
          <p:grpSpPr>
            <a:xfrm>
              <a:off x="-254024" y="4161976"/>
              <a:ext cx="9652059" cy="483185"/>
              <a:chOff x="-216025" y="2997075"/>
              <a:chExt cx="9618395" cy="481500"/>
            </a:xfrm>
          </p:grpSpPr>
          <p:sp>
            <p:nvSpPr>
              <p:cNvPr id="528" name="Google Shape;528;p73"/>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73"/>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0" name="Google Shape;530;p73"/>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73"/>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73"/>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73"/>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73"/>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5" name="Google Shape;535;p73"/>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6" name="Google Shape;536;p73"/>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7" name="Google Shape;537;p73"/>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8" name="Google Shape;538;p73"/>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9" name="Google Shape;539;p73"/>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0" name="Google Shape;540;p73"/>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1" name="Google Shape;541;p73"/>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2" name="Google Shape;542;p73"/>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3" name="Google Shape;543;p73"/>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4" name="Google Shape;544;p73"/>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5" name="Google Shape;545;p73"/>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6" name="Google Shape;546;p73"/>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73"/>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548" name="Google Shape;548;p73"/>
          <p:cNvSpPr txBox="1"/>
          <p:nvPr>
            <p:ph idx="2" type="title"/>
          </p:nvPr>
        </p:nvSpPr>
        <p:spPr>
          <a:xfrm>
            <a:off x="1125150" y="2895463"/>
            <a:ext cx="6893700" cy="61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2">
  <p:cSld name="SECTION_TITLE_AND_DESCRIPTION">
    <p:bg>
      <p:bgPr>
        <a:solidFill>
          <a:schemeClr val="lt2"/>
        </a:solidFill>
      </p:bgPr>
    </p:bg>
    <p:spTree>
      <p:nvGrpSpPr>
        <p:cNvPr id="549" name="Shape 549"/>
        <p:cNvGrpSpPr/>
        <p:nvPr/>
      </p:nvGrpSpPr>
      <p:grpSpPr>
        <a:xfrm>
          <a:off x="0" y="0"/>
          <a:ext cx="0" cy="0"/>
          <a:chOff x="0" y="0"/>
          <a:chExt cx="0" cy="0"/>
        </a:xfrm>
      </p:grpSpPr>
      <p:sp>
        <p:nvSpPr>
          <p:cNvPr id="550" name="Google Shape;550;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accent1"/>
                </a:solidFill>
                <a:latin typeface="Archivo"/>
                <a:ea typeface="Archivo"/>
                <a:cs typeface="Archivo"/>
                <a:sym typeface="Archivo"/>
              </a:defRPr>
            </a:lvl1pPr>
            <a:lvl2pPr lvl="1" rtl="0">
              <a:buNone/>
              <a:defRPr>
                <a:solidFill>
                  <a:schemeClr val="accent1"/>
                </a:solidFill>
                <a:latin typeface="Archivo"/>
                <a:ea typeface="Archivo"/>
                <a:cs typeface="Archivo"/>
                <a:sym typeface="Archivo"/>
              </a:defRPr>
            </a:lvl2pPr>
            <a:lvl3pPr lvl="2" rtl="0">
              <a:buNone/>
              <a:defRPr>
                <a:solidFill>
                  <a:schemeClr val="accent1"/>
                </a:solidFill>
                <a:latin typeface="Archivo"/>
                <a:ea typeface="Archivo"/>
                <a:cs typeface="Archivo"/>
                <a:sym typeface="Archivo"/>
              </a:defRPr>
            </a:lvl3pPr>
            <a:lvl4pPr lvl="3" rtl="0">
              <a:buNone/>
              <a:defRPr>
                <a:solidFill>
                  <a:schemeClr val="accent1"/>
                </a:solidFill>
                <a:latin typeface="Archivo"/>
                <a:ea typeface="Archivo"/>
                <a:cs typeface="Archivo"/>
                <a:sym typeface="Archivo"/>
              </a:defRPr>
            </a:lvl4pPr>
            <a:lvl5pPr lvl="4" rtl="0">
              <a:buNone/>
              <a:defRPr>
                <a:solidFill>
                  <a:schemeClr val="accent1"/>
                </a:solidFill>
                <a:latin typeface="Archivo"/>
                <a:ea typeface="Archivo"/>
                <a:cs typeface="Archivo"/>
                <a:sym typeface="Archivo"/>
              </a:defRPr>
            </a:lvl5pPr>
            <a:lvl6pPr lvl="5" rtl="0">
              <a:buNone/>
              <a:defRPr>
                <a:solidFill>
                  <a:schemeClr val="accent1"/>
                </a:solidFill>
                <a:latin typeface="Archivo"/>
                <a:ea typeface="Archivo"/>
                <a:cs typeface="Archivo"/>
                <a:sym typeface="Archivo"/>
              </a:defRPr>
            </a:lvl6pPr>
            <a:lvl7pPr lvl="6" rtl="0">
              <a:buNone/>
              <a:defRPr>
                <a:solidFill>
                  <a:schemeClr val="accent1"/>
                </a:solidFill>
                <a:latin typeface="Archivo"/>
                <a:ea typeface="Archivo"/>
                <a:cs typeface="Archivo"/>
                <a:sym typeface="Archivo"/>
              </a:defRPr>
            </a:lvl7pPr>
            <a:lvl8pPr lvl="7" rtl="0">
              <a:buNone/>
              <a:defRPr>
                <a:solidFill>
                  <a:schemeClr val="accent1"/>
                </a:solidFill>
                <a:latin typeface="Archivo"/>
                <a:ea typeface="Archivo"/>
                <a:cs typeface="Archivo"/>
                <a:sym typeface="Archivo"/>
              </a:defRPr>
            </a:lvl8pPr>
            <a:lvl9pPr lvl="8" rtl="0">
              <a:buNone/>
              <a:defRPr>
                <a:solidFill>
                  <a:schemeClr val="accen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551" name="Google Shape;551;p74"/>
          <p:cNvSpPr/>
          <p:nvPr/>
        </p:nvSpPr>
        <p:spPr>
          <a:xfrm rot="-1801062">
            <a:off x="2491108" y="969068"/>
            <a:ext cx="1000265"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2" name="Google Shape;552;p74"/>
          <p:cNvSpPr/>
          <p:nvPr/>
        </p:nvSpPr>
        <p:spPr>
          <a:xfrm rot="-1800278">
            <a:off x="5281949" y="744072"/>
            <a:ext cx="722299" cy="335604"/>
          </a:xfrm>
          <a:prstGeom prst="roundRect">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3" name="Google Shape;553;p74"/>
          <p:cNvSpPr/>
          <p:nvPr/>
        </p:nvSpPr>
        <p:spPr>
          <a:xfrm rot="-1800530">
            <a:off x="7223623" y="715274"/>
            <a:ext cx="1768928"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4" name="Google Shape;554;p74"/>
          <p:cNvSpPr/>
          <p:nvPr/>
        </p:nvSpPr>
        <p:spPr>
          <a:xfrm rot="-1800530">
            <a:off x="7720323" y="30842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5" name="Google Shape;555;p74"/>
          <p:cNvSpPr/>
          <p:nvPr/>
        </p:nvSpPr>
        <p:spPr>
          <a:xfrm rot="-1801062">
            <a:off x="-375417" y="38354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6" name="Google Shape;556;p74"/>
          <p:cNvSpPr/>
          <p:nvPr/>
        </p:nvSpPr>
        <p:spPr>
          <a:xfrm rot="-1800388">
            <a:off x="4944507" y="4154170"/>
            <a:ext cx="1083988" cy="335604"/>
          </a:xfrm>
          <a:prstGeom prst="roundRect">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7" name="Google Shape;557;p74"/>
          <p:cNvSpPr/>
          <p:nvPr/>
        </p:nvSpPr>
        <p:spPr>
          <a:xfrm rot="-1800278">
            <a:off x="1433349" y="3835422"/>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558" name="Google Shape;558;p74"/>
          <p:cNvSpPr/>
          <p:nvPr/>
        </p:nvSpPr>
        <p:spPr>
          <a:xfrm rot="-1800530">
            <a:off x="-336302" y="9770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APTION_ONLY">
    <p:bg>
      <p:bgPr>
        <a:solidFill>
          <a:schemeClr val="lt1"/>
        </a:solidFill>
      </p:bgPr>
    </p:bg>
    <p:spTree>
      <p:nvGrpSpPr>
        <p:cNvPr id="559" name="Shape 559"/>
        <p:cNvGrpSpPr/>
        <p:nvPr/>
      </p:nvGrpSpPr>
      <p:grpSpPr>
        <a:xfrm>
          <a:off x="0" y="0"/>
          <a:ext cx="0" cy="0"/>
          <a:chOff x="0" y="0"/>
          <a:chExt cx="0" cy="0"/>
        </a:xfrm>
      </p:grpSpPr>
      <p:sp>
        <p:nvSpPr>
          <p:cNvPr id="560" name="Google Shape;560;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561" name="Google Shape;561;p75"/>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2">
  <p:cSld name="BIG_NUMBER">
    <p:bg>
      <p:bgPr>
        <a:solidFill>
          <a:schemeClr val="lt1"/>
        </a:solidFill>
      </p:bgPr>
    </p:bg>
    <p:spTree>
      <p:nvGrpSpPr>
        <p:cNvPr id="562" name="Shape 562"/>
        <p:cNvGrpSpPr/>
        <p:nvPr/>
      </p:nvGrpSpPr>
      <p:grpSpPr>
        <a:xfrm>
          <a:off x="0" y="0"/>
          <a:ext cx="0" cy="0"/>
          <a:chOff x="0" y="0"/>
          <a:chExt cx="0" cy="0"/>
        </a:xfrm>
      </p:grpSpPr>
      <p:sp>
        <p:nvSpPr>
          <p:cNvPr id="563" name="Google Shape;563;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dk1"/>
                </a:solidFill>
                <a:latin typeface="Archivo"/>
                <a:ea typeface="Archivo"/>
                <a:cs typeface="Archivo"/>
                <a:sym typeface="Archivo"/>
              </a:defRPr>
            </a:lvl1pPr>
            <a:lvl2pPr lvl="1">
              <a:buNone/>
              <a:defRPr>
                <a:solidFill>
                  <a:schemeClr val="dk1"/>
                </a:solidFill>
                <a:latin typeface="Archivo"/>
                <a:ea typeface="Archivo"/>
                <a:cs typeface="Archivo"/>
                <a:sym typeface="Archivo"/>
              </a:defRPr>
            </a:lvl2pPr>
            <a:lvl3pPr lvl="2">
              <a:buNone/>
              <a:defRPr>
                <a:solidFill>
                  <a:schemeClr val="dk1"/>
                </a:solidFill>
                <a:latin typeface="Archivo"/>
                <a:ea typeface="Archivo"/>
                <a:cs typeface="Archivo"/>
                <a:sym typeface="Archivo"/>
              </a:defRPr>
            </a:lvl3pPr>
            <a:lvl4pPr lvl="3">
              <a:buNone/>
              <a:defRPr>
                <a:solidFill>
                  <a:schemeClr val="dk1"/>
                </a:solidFill>
                <a:latin typeface="Archivo"/>
                <a:ea typeface="Archivo"/>
                <a:cs typeface="Archivo"/>
                <a:sym typeface="Archivo"/>
              </a:defRPr>
            </a:lvl4pPr>
            <a:lvl5pPr lvl="4">
              <a:buNone/>
              <a:defRPr>
                <a:solidFill>
                  <a:schemeClr val="dk1"/>
                </a:solidFill>
                <a:latin typeface="Archivo"/>
                <a:ea typeface="Archivo"/>
                <a:cs typeface="Archivo"/>
                <a:sym typeface="Archivo"/>
              </a:defRPr>
            </a:lvl5pPr>
            <a:lvl6pPr lvl="5">
              <a:buNone/>
              <a:defRPr>
                <a:solidFill>
                  <a:schemeClr val="dk1"/>
                </a:solidFill>
                <a:latin typeface="Archivo"/>
                <a:ea typeface="Archivo"/>
                <a:cs typeface="Archivo"/>
                <a:sym typeface="Archivo"/>
              </a:defRPr>
            </a:lvl6pPr>
            <a:lvl7pPr lvl="6">
              <a:buNone/>
              <a:defRPr>
                <a:solidFill>
                  <a:schemeClr val="dk1"/>
                </a:solidFill>
                <a:latin typeface="Archivo"/>
                <a:ea typeface="Archivo"/>
                <a:cs typeface="Archivo"/>
                <a:sym typeface="Archivo"/>
              </a:defRPr>
            </a:lvl7pPr>
            <a:lvl8pPr lvl="7">
              <a:buNone/>
              <a:defRPr>
                <a:solidFill>
                  <a:schemeClr val="dk1"/>
                </a:solidFill>
                <a:latin typeface="Archivo"/>
                <a:ea typeface="Archivo"/>
                <a:cs typeface="Archivo"/>
                <a:sym typeface="Archivo"/>
              </a:defRPr>
            </a:lvl8pPr>
            <a:lvl9pPr lvl="8">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grpSp>
        <p:nvGrpSpPr>
          <p:cNvPr id="564" name="Google Shape;564;p76"/>
          <p:cNvGrpSpPr/>
          <p:nvPr/>
        </p:nvGrpSpPr>
        <p:grpSpPr>
          <a:xfrm>
            <a:off x="-216024" y="2295384"/>
            <a:ext cx="9652059" cy="1617090"/>
            <a:chOff x="-216025" y="2571750"/>
            <a:chExt cx="9618395" cy="1611450"/>
          </a:xfrm>
        </p:grpSpPr>
        <p:grpSp>
          <p:nvGrpSpPr>
            <p:cNvPr id="565" name="Google Shape;565;p76"/>
            <p:cNvGrpSpPr/>
            <p:nvPr/>
          </p:nvGrpSpPr>
          <p:grpSpPr>
            <a:xfrm>
              <a:off x="-216025" y="2571750"/>
              <a:ext cx="9618395" cy="481500"/>
              <a:chOff x="-216025" y="2997075"/>
              <a:chExt cx="9618395" cy="481500"/>
            </a:xfrm>
          </p:grpSpPr>
          <p:sp>
            <p:nvSpPr>
              <p:cNvPr id="566" name="Google Shape;566;p76"/>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76"/>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76"/>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9" name="Google Shape;569;p76"/>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0" name="Google Shape;570;p76"/>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1" name="Google Shape;571;p76"/>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p76"/>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76"/>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4" name="Google Shape;574;p76"/>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5" name="Google Shape;575;p76"/>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6" name="Google Shape;576;p76"/>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76"/>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8" name="Google Shape;578;p76"/>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9" name="Google Shape;579;p76"/>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0" name="Google Shape;580;p76"/>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1" name="Google Shape;581;p76"/>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2" name="Google Shape;582;p76"/>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3" name="Google Shape;583;p76"/>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4" name="Google Shape;584;p76"/>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5" name="Google Shape;585;p76"/>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586" name="Google Shape;586;p76"/>
            <p:cNvSpPr/>
            <p:nvPr/>
          </p:nvSpPr>
          <p:spPr>
            <a:xfrm>
              <a:off x="-11775" y="2813025"/>
              <a:ext cx="9155700" cy="114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587" name="Google Shape;587;p76"/>
            <p:cNvGrpSpPr/>
            <p:nvPr/>
          </p:nvGrpSpPr>
          <p:grpSpPr>
            <a:xfrm>
              <a:off x="-216025" y="3701700"/>
              <a:ext cx="9618395" cy="481500"/>
              <a:chOff x="-216025" y="2997075"/>
              <a:chExt cx="9618395" cy="481500"/>
            </a:xfrm>
          </p:grpSpPr>
          <p:sp>
            <p:nvSpPr>
              <p:cNvPr id="588" name="Google Shape;588;p76"/>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9" name="Google Shape;589;p76"/>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0" name="Google Shape;590;p76"/>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76"/>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76"/>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3" name="Google Shape;593;p76"/>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4" name="Google Shape;594;p76"/>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5" name="Google Shape;595;p76"/>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6" name="Google Shape;596;p76"/>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76"/>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8" name="Google Shape;598;p76"/>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9" name="Google Shape;599;p76"/>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p76"/>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p76"/>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2" name="Google Shape;602;p76"/>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3" name="Google Shape;603;p76"/>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4" name="Google Shape;604;p76"/>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5" name="Google Shape;605;p76"/>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6" name="Google Shape;606;p76"/>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7" name="Google Shape;607;p76"/>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608" name="Google Shape;608;p76"/>
          <p:cNvSpPr txBox="1"/>
          <p:nvPr>
            <p:ph type="title"/>
          </p:nvPr>
        </p:nvSpPr>
        <p:spPr>
          <a:xfrm>
            <a:off x="1146325" y="2798675"/>
            <a:ext cx="6893700" cy="61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3">
  <p:cSld name="CUSTOM_2">
    <p:bg>
      <p:bgPr>
        <a:solidFill>
          <a:schemeClr val="dk1"/>
        </a:solidFill>
      </p:bgPr>
    </p:bg>
    <p:spTree>
      <p:nvGrpSpPr>
        <p:cNvPr id="609" name="Shape 609"/>
        <p:cNvGrpSpPr/>
        <p:nvPr/>
      </p:nvGrpSpPr>
      <p:grpSpPr>
        <a:xfrm>
          <a:off x="0" y="0"/>
          <a:ext cx="0" cy="0"/>
          <a:chOff x="0" y="0"/>
          <a:chExt cx="0" cy="0"/>
        </a:xfrm>
      </p:grpSpPr>
      <p:sp>
        <p:nvSpPr>
          <p:cNvPr id="610" name="Google Shape;610;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lt1"/>
                </a:solidFill>
                <a:latin typeface="Archivo"/>
                <a:ea typeface="Archivo"/>
                <a:cs typeface="Archivo"/>
                <a:sym typeface="Archivo"/>
              </a:defRPr>
            </a:lvl1pPr>
            <a:lvl2pPr lvl="1" rtl="0">
              <a:buNone/>
              <a:defRPr>
                <a:solidFill>
                  <a:schemeClr val="lt1"/>
                </a:solidFill>
                <a:latin typeface="Archivo"/>
                <a:ea typeface="Archivo"/>
                <a:cs typeface="Archivo"/>
                <a:sym typeface="Archivo"/>
              </a:defRPr>
            </a:lvl2pPr>
            <a:lvl3pPr lvl="2" rtl="0">
              <a:buNone/>
              <a:defRPr>
                <a:solidFill>
                  <a:schemeClr val="lt1"/>
                </a:solidFill>
                <a:latin typeface="Archivo"/>
                <a:ea typeface="Archivo"/>
                <a:cs typeface="Archivo"/>
                <a:sym typeface="Archivo"/>
              </a:defRPr>
            </a:lvl3pPr>
            <a:lvl4pPr lvl="3" rtl="0">
              <a:buNone/>
              <a:defRPr>
                <a:solidFill>
                  <a:schemeClr val="lt1"/>
                </a:solidFill>
                <a:latin typeface="Archivo"/>
                <a:ea typeface="Archivo"/>
                <a:cs typeface="Archivo"/>
                <a:sym typeface="Archivo"/>
              </a:defRPr>
            </a:lvl4pPr>
            <a:lvl5pPr lvl="4" rtl="0">
              <a:buNone/>
              <a:defRPr>
                <a:solidFill>
                  <a:schemeClr val="lt1"/>
                </a:solidFill>
                <a:latin typeface="Archivo"/>
                <a:ea typeface="Archivo"/>
                <a:cs typeface="Archivo"/>
                <a:sym typeface="Archivo"/>
              </a:defRPr>
            </a:lvl5pPr>
            <a:lvl6pPr lvl="5" rtl="0">
              <a:buNone/>
              <a:defRPr>
                <a:solidFill>
                  <a:schemeClr val="lt1"/>
                </a:solidFill>
                <a:latin typeface="Archivo"/>
                <a:ea typeface="Archivo"/>
                <a:cs typeface="Archivo"/>
                <a:sym typeface="Archivo"/>
              </a:defRPr>
            </a:lvl6pPr>
            <a:lvl7pPr lvl="6" rtl="0">
              <a:buNone/>
              <a:defRPr>
                <a:solidFill>
                  <a:schemeClr val="lt1"/>
                </a:solidFill>
                <a:latin typeface="Archivo"/>
                <a:ea typeface="Archivo"/>
                <a:cs typeface="Archivo"/>
                <a:sym typeface="Archivo"/>
              </a:defRPr>
            </a:lvl7pPr>
            <a:lvl8pPr lvl="7" rtl="0">
              <a:buNone/>
              <a:defRPr>
                <a:solidFill>
                  <a:schemeClr val="lt1"/>
                </a:solidFill>
                <a:latin typeface="Archivo"/>
                <a:ea typeface="Archivo"/>
                <a:cs typeface="Archivo"/>
                <a:sym typeface="Archivo"/>
              </a:defRPr>
            </a:lvl8pPr>
            <a:lvl9pPr lvl="8" rtl="0">
              <a:buNone/>
              <a:defRPr>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611" name="Google Shape;611;p77"/>
          <p:cNvSpPr/>
          <p:nvPr/>
        </p:nvSpPr>
        <p:spPr>
          <a:xfrm rot="-1801062">
            <a:off x="2491108" y="969068"/>
            <a:ext cx="1000265"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2" name="Google Shape;612;p77"/>
          <p:cNvSpPr/>
          <p:nvPr/>
        </p:nvSpPr>
        <p:spPr>
          <a:xfrm rot="-1800278">
            <a:off x="5281949" y="744072"/>
            <a:ext cx="722299"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3" name="Google Shape;613;p77"/>
          <p:cNvSpPr/>
          <p:nvPr/>
        </p:nvSpPr>
        <p:spPr>
          <a:xfrm rot="-1800530">
            <a:off x="7223623" y="715274"/>
            <a:ext cx="1768928"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4" name="Google Shape;614;p77"/>
          <p:cNvSpPr/>
          <p:nvPr/>
        </p:nvSpPr>
        <p:spPr>
          <a:xfrm rot="-1800530">
            <a:off x="7720323" y="30842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5" name="Google Shape;615;p77"/>
          <p:cNvSpPr/>
          <p:nvPr/>
        </p:nvSpPr>
        <p:spPr>
          <a:xfrm rot="-1801062">
            <a:off x="-375417" y="38354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6" name="Google Shape;616;p77"/>
          <p:cNvSpPr/>
          <p:nvPr/>
        </p:nvSpPr>
        <p:spPr>
          <a:xfrm rot="-1800388">
            <a:off x="4944507" y="4154170"/>
            <a:ext cx="1083988"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7" name="Google Shape;617;p77"/>
          <p:cNvSpPr/>
          <p:nvPr/>
        </p:nvSpPr>
        <p:spPr>
          <a:xfrm rot="-1800278">
            <a:off x="1433349" y="3835422"/>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18" name="Google Shape;618;p77"/>
          <p:cNvSpPr/>
          <p:nvPr/>
        </p:nvSpPr>
        <p:spPr>
          <a:xfrm rot="-1800530">
            <a:off x="-336302" y="9770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3">
    <p:bg>
      <p:bgPr>
        <a:solidFill>
          <a:schemeClr val="lt2"/>
        </a:solidFill>
      </p:bgPr>
    </p:bg>
    <p:spTree>
      <p:nvGrpSpPr>
        <p:cNvPr id="619" name="Shape 619"/>
        <p:cNvGrpSpPr/>
        <p:nvPr/>
      </p:nvGrpSpPr>
      <p:grpSpPr>
        <a:xfrm>
          <a:off x="0" y="0"/>
          <a:ext cx="0" cy="0"/>
          <a:chOff x="0" y="0"/>
          <a:chExt cx="0" cy="0"/>
        </a:xfrm>
      </p:grpSpPr>
      <p:sp>
        <p:nvSpPr>
          <p:cNvPr id="620" name="Google Shape;620;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621" name="Google Shape;621;p78"/>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3">
  <p:cSld name="CUSTOM_4">
    <p:bg>
      <p:bgPr>
        <a:solidFill>
          <a:schemeClr val="lt2"/>
        </a:solidFill>
      </p:bgPr>
    </p:bg>
    <p:spTree>
      <p:nvGrpSpPr>
        <p:cNvPr id="622" name="Shape 622"/>
        <p:cNvGrpSpPr/>
        <p:nvPr/>
      </p:nvGrpSpPr>
      <p:grpSpPr>
        <a:xfrm>
          <a:off x="0" y="0"/>
          <a:ext cx="0" cy="0"/>
          <a:chOff x="0" y="0"/>
          <a:chExt cx="0" cy="0"/>
        </a:xfrm>
      </p:grpSpPr>
      <p:grpSp>
        <p:nvGrpSpPr>
          <p:cNvPr id="623" name="Google Shape;623;p79"/>
          <p:cNvGrpSpPr/>
          <p:nvPr/>
        </p:nvGrpSpPr>
        <p:grpSpPr>
          <a:xfrm>
            <a:off x="-216024" y="1761984"/>
            <a:ext cx="9652059" cy="2883165"/>
            <a:chOff x="-216024" y="1761984"/>
            <a:chExt cx="9652059" cy="2883165"/>
          </a:xfrm>
        </p:grpSpPr>
        <p:grpSp>
          <p:nvGrpSpPr>
            <p:cNvPr id="624" name="Google Shape;624;p79"/>
            <p:cNvGrpSpPr/>
            <p:nvPr/>
          </p:nvGrpSpPr>
          <p:grpSpPr>
            <a:xfrm>
              <a:off x="-216024" y="1761984"/>
              <a:ext cx="9652059" cy="483185"/>
              <a:chOff x="-216025" y="2997075"/>
              <a:chExt cx="9618395" cy="481500"/>
            </a:xfrm>
          </p:grpSpPr>
          <p:sp>
            <p:nvSpPr>
              <p:cNvPr id="625" name="Google Shape;625;p79"/>
              <p:cNvSpPr/>
              <p:nvPr/>
            </p:nvSpPr>
            <p:spPr>
              <a:xfrm>
                <a:off x="-21602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6" name="Google Shape;626;p79"/>
              <p:cNvSpPr/>
              <p:nvPr/>
            </p:nvSpPr>
            <p:spPr>
              <a:xfrm>
                <a:off x="26486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7" name="Google Shape;627;p79"/>
              <p:cNvSpPr/>
              <p:nvPr/>
            </p:nvSpPr>
            <p:spPr>
              <a:xfrm>
                <a:off x="74575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8" name="Google Shape;628;p79"/>
              <p:cNvSpPr/>
              <p:nvPr/>
            </p:nvSpPr>
            <p:spPr>
              <a:xfrm>
                <a:off x="122664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9" name="Google Shape;629;p79"/>
              <p:cNvSpPr/>
              <p:nvPr/>
            </p:nvSpPr>
            <p:spPr>
              <a:xfrm>
                <a:off x="170753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0" name="Google Shape;630;p79"/>
              <p:cNvSpPr/>
              <p:nvPr/>
            </p:nvSpPr>
            <p:spPr>
              <a:xfrm>
                <a:off x="218842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1" name="Google Shape;631;p79"/>
              <p:cNvSpPr/>
              <p:nvPr/>
            </p:nvSpPr>
            <p:spPr>
              <a:xfrm>
                <a:off x="266931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2" name="Google Shape;632;p79"/>
              <p:cNvSpPr/>
              <p:nvPr/>
            </p:nvSpPr>
            <p:spPr>
              <a:xfrm>
                <a:off x="3150199"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3" name="Google Shape;633;p79"/>
              <p:cNvSpPr/>
              <p:nvPr/>
            </p:nvSpPr>
            <p:spPr>
              <a:xfrm>
                <a:off x="363108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p79"/>
              <p:cNvSpPr/>
              <p:nvPr/>
            </p:nvSpPr>
            <p:spPr>
              <a:xfrm>
                <a:off x="411197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5" name="Google Shape;635;p79"/>
              <p:cNvSpPr/>
              <p:nvPr/>
            </p:nvSpPr>
            <p:spPr>
              <a:xfrm>
                <a:off x="4592867"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6" name="Google Shape;636;p79"/>
              <p:cNvSpPr/>
              <p:nvPr/>
            </p:nvSpPr>
            <p:spPr>
              <a:xfrm>
                <a:off x="5073756"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p79"/>
              <p:cNvSpPr/>
              <p:nvPr/>
            </p:nvSpPr>
            <p:spPr>
              <a:xfrm>
                <a:off x="555464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8" name="Google Shape;638;p79"/>
              <p:cNvSpPr/>
              <p:nvPr/>
            </p:nvSpPr>
            <p:spPr>
              <a:xfrm>
                <a:off x="603553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79"/>
              <p:cNvSpPr/>
              <p:nvPr/>
            </p:nvSpPr>
            <p:spPr>
              <a:xfrm>
                <a:off x="651642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79"/>
              <p:cNvSpPr/>
              <p:nvPr/>
            </p:nvSpPr>
            <p:spPr>
              <a:xfrm>
                <a:off x="699731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1" name="Google Shape;641;p79"/>
              <p:cNvSpPr/>
              <p:nvPr/>
            </p:nvSpPr>
            <p:spPr>
              <a:xfrm>
                <a:off x="747820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2" name="Google Shape;642;p79"/>
              <p:cNvSpPr/>
              <p:nvPr/>
            </p:nvSpPr>
            <p:spPr>
              <a:xfrm>
                <a:off x="795909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3" name="Google Shape;643;p79"/>
              <p:cNvSpPr/>
              <p:nvPr/>
            </p:nvSpPr>
            <p:spPr>
              <a:xfrm>
                <a:off x="843998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p79"/>
              <p:cNvSpPr/>
              <p:nvPr/>
            </p:nvSpPr>
            <p:spPr>
              <a:xfrm>
                <a:off x="892087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645" name="Google Shape;645;p79"/>
            <p:cNvSpPr/>
            <p:nvPr/>
          </p:nvSpPr>
          <p:spPr>
            <a:xfrm>
              <a:off x="-11050" y="2007050"/>
              <a:ext cx="9187800" cy="2405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646" name="Google Shape;646;p79"/>
            <p:cNvGrpSpPr/>
            <p:nvPr/>
          </p:nvGrpSpPr>
          <p:grpSpPr>
            <a:xfrm>
              <a:off x="-216024" y="4161964"/>
              <a:ext cx="9652059" cy="483185"/>
              <a:chOff x="-216025" y="2997075"/>
              <a:chExt cx="9618395" cy="481500"/>
            </a:xfrm>
          </p:grpSpPr>
          <p:sp>
            <p:nvSpPr>
              <p:cNvPr id="647" name="Google Shape;647;p79"/>
              <p:cNvSpPr/>
              <p:nvPr/>
            </p:nvSpPr>
            <p:spPr>
              <a:xfrm>
                <a:off x="-21602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8" name="Google Shape;648;p79"/>
              <p:cNvSpPr/>
              <p:nvPr/>
            </p:nvSpPr>
            <p:spPr>
              <a:xfrm>
                <a:off x="26486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9" name="Google Shape;649;p79"/>
              <p:cNvSpPr/>
              <p:nvPr/>
            </p:nvSpPr>
            <p:spPr>
              <a:xfrm>
                <a:off x="74575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0" name="Google Shape;650;p79"/>
              <p:cNvSpPr/>
              <p:nvPr/>
            </p:nvSpPr>
            <p:spPr>
              <a:xfrm>
                <a:off x="122664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1" name="Google Shape;651;p79"/>
              <p:cNvSpPr/>
              <p:nvPr/>
            </p:nvSpPr>
            <p:spPr>
              <a:xfrm>
                <a:off x="170753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2" name="Google Shape;652;p79"/>
              <p:cNvSpPr/>
              <p:nvPr/>
            </p:nvSpPr>
            <p:spPr>
              <a:xfrm>
                <a:off x="218842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3" name="Google Shape;653;p79"/>
              <p:cNvSpPr/>
              <p:nvPr/>
            </p:nvSpPr>
            <p:spPr>
              <a:xfrm>
                <a:off x="266931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79"/>
              <p:cNvSpPr/>
              <p:nvPr/>
            </p:nvSpPr>
            <p:spPr>
              <a:xfrm>
                <a:off x="3150199"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5" name="Google Shape;655;p79"/>
              <p:cNvSpPr/>
              <p:nvPr/>
            </p:nvSpPr>
            <p:spPr>
              <a:xfrm>
                <a:off x="363108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6" name="Google Shape;656;p79"/>
              <p:cNvSpPr/>
              <p:nvPr/>
            </p:nvSpPr>
            <p:spPr>
              <a:xfrm>
                <a:off x="411197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7" name="Google Shape;657;p79"/>
              <p:cNvSpPr/>
              <p:nvPr/>
            </p:nvSpPr>
            <p:spPr>
              <a:xfrm>
                <a:off x="4592867"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8" name="Google Shape;658;p79"/>
              <p:cNvSpPr/>
              <p:nvPr/>
            </p:nvSpPr>
            <p:spPr>
              <a:xfrm>
                <a:off x="5073756"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79"/>
              <p:cNvSpPr/>
              <p:nvPr/>
            </p:nvSpPr>
            <p:spPr>
              <a:xfrm>
                <a:off x="555464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p79"/>
              <p:cNvSpPr/>
              <p:nvPr/>
            </p:nvSpPr>
            <p:spPr>
              <a:xfrm>
                <a:off x="603553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79"/>
              <p:cNvSpPr/>
              <p:nvPr/>
            </p:nvSpPr>
            <p:spPr>
              <a:xfrm>
                <a:off x="651642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2" name="Google Shape;662;p79"/>
              <p:cNvSpPr/>
              <p:nvPr/>
            </p:nvSpPr>
            <p:spPr>
              <a:xfrm>
                <a:off x="699731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3" name="Google Shape;663;p79"/>
              <p:cNvSpPr/>
              <p:nvPr/>
            </p:nvSpPr>
            <p:spPr>
              <a:xfrm>
                <a:off x="747820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4" name="Google Shape;664;p79"/>
              <p:cNvSpPr/>
              <p:nvPr/>
            </p:nvSpPr>
            <p:spPr>
              <a:xfrm>
                <a:off x="795909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5" name="Google Shape;665;p79"/>
              <p:cNvSpPr/>
              <p:nvPr/>
            </p:nvSpPr>
            <p:spPr>
              <a:xfrm>
                <a:off x="843998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6" name="Google Shape;666;p79"/>
              <p:cNvSpPr/>
              <p:nvPr/>
            </p:nvSpPr>
            <p:spPr>
              <a:xfrm>
                <a:off x="892087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667" name="Google Shape;667;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668" name="Google Shape;668;p79"/>
          <p:cNvSpPr txBox="1"/>
          <p:nvPr>
            <p:ph type="title"/>
          </p:nvPr>
        </p:nvSpPr>
        <p:spPr>
          <a:xfrm>
            <a:off x="1125150" y="2895463"/>
            <a:ext cx="6893700" cy="61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4">
  <p:cSld name="CUSTOM_5">
    <p:bg>
      <p:bgPr>
        <a:solidFill>
          <a:schemeClr val="dk2"/>
        </a:solidFill>
      </p:bgPr>
    </p:bg>
    <p:spTree>
      <p:nvGrpSpPr>
        <p:cNvPr id="669" name="Shape 669"/>
        <p:cNvGrpSpPr/>
        <p:nvPr/>
      </p:nvGrpSpPr>
      <p:grpSpPr>
        <a:xfrm>
          <a:off x="0" y="0"/>
          <a:ext cx="0" cy="0"/>
          <a:chOff x="0" y="0"/>
          <a:chExt cx="0" cy="0"/>
        </a:xfrm>
      </p:grpSpPr>
      <p:sp>
        <p:nvSpPr>
          <p:cNvPr id="670" name="Google Shape;670;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671" name="Google Shape;671;p80"/>
          <p:cNvSpPr/>
          <p:nvPr/>
        </p:nvSpPr>
        <p:spPr>
          <a:xfrm rot="-1801062">
            <a:off x="2857808" y="-6232"/>
            <a:ext cx="1000265" cy="335604"/>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2" name="Google Shape;672;p80"/>
          <p:cNvSpPr/>
          <p:nvPr/>
        </p:nvSpPr>
        <p:spPr>
          <a:xfrm rot="-1800278">
            <a:off x="6115949" y="-75828"/>
            <a:ext cx="722299"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3" name="Google Shape;673;p80"/>
          <p:cNvSpPr/>
          <p:nvPr/>
        </p:nvSpPr>
        <p:spPr>
          <a:xfrm rot="-1800530">
            <a:off x="7720323" y="30842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4" name="Google Shape;674;p80"/>
          <p:cNvSpPr/>
          <p:nvPr/>
        </p:nvSpPr>
        <p:spPr>
          <a:xfrm rot="-1801062">
            <a:off x="-375417" y="3835418"/>
            <a:ext cx="1000265"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5" name="Google Shape;675;p80"/>
          <p:cNvSpPr/>
          <p:nvPr/>
        </p:nvSpPr>
        <p:spPr>
          <a:xfrm rot="-1800388">
            <a:off x="3886057" y="4472620"/>
            <a:ext cx="1083988"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6" name="Google Shape;676;p80"/>
          <p:cNvSpPr/>
          <p:nvPr/>
        </p:nvSpPr>
        <p:spPr>
          <a:xfrm rot="-1800278">
            <a:off x="2497899" y="3765822"/>
            <a:ext cx="722299"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7" name="Google Shape;677;p80"/>
          <p:cNvSpPr/>
          <p:nvPr/>
        </p:nvSpPr>
        <p:spPr>
          <a:xfrm rot="-1800530">
            <a:off x="-336302" y="9770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678" name="Google Shape;678;p80"/>
          <p:cNvSpPr/>
          <p:nvPr/>
        </p:nvSpPr>
        <p:spPr>
          <a:xfrm rot="-1800746">
            <a:off x="7081873" y="815626"/>
            <a:ext cx="1729150" cy="335604"/>
          </a:xfrm>
          <a:prstGeom prst="roundRect">
            <a:avLst>
              <a:gd fmla="val 50000" name="adj"/>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6">
    <p:spTree>
      <p:nvGrpSpPr>
        <p:cNvPr id="679" name="Shape 679"/>
        <p:cNvGrpSpPr/>
        <p:nvPr/>
      </p:nvGrpSpPr>
      <p:grpSpPr>
        <a:xfrm>
          <a:off x="0" y="0"/>
          <a:ext cx="0" cy="0"/>
          <a:chOff x="0" y="0"/>
          <a:chExt cx="0" cy="0"/>
        </a:xfrm>
      </p:grpSpPr>
      <p:sp>
        <p:nvSpPr>
          <p:cNvPr id="680" name="Google Shape;680;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681" name="Google Shape;681;p81"/>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4">
  <p:cSld name="CUSTOM_7">
    <p:spTree>
      <p:nvGrpSpPr>
        <p:cNvPr id="682" name="Shape 682"/>
        <p:cNvGrpSpPr/>
        <p:nvPr/>
      </p:nvGrpSpPr>
      <p:grpSpPr>
        <a:xfrm>
          <a:off x="0" y="0"/>
          <a:ext cx="0" cy="0"/>
          <a:chOff x="0" y="0"/>
          <a:chExt cx="0" cy="0"/>
        </a:xfrm>
      </p:grpSpPr>
      <p:sp>
        <p:nvSpPr>
          <p:cNvPr id="683" name="Google Shape;683;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grpSp>
        <p:nvGrpSpPr>
          <p:cNvPr id="684" name="Google Shape;684;p82"/>
          <p:cNvGrpSpPr/>
          <p:nvPr/>
        </p:nvGrpSpPr>
        <p:grpSpPr>
          <a:xfrm>
            <a:off x="-216024" y="2295384"/>
            <a:ext cx="9652059" cy="1617090"/>
            <a:chOff x="-216025" y="2571750"/>
            <a:chExt cx="9618395" cy="1611450"/>
          </a:xfrm>
        </p:grpSpPr>
        <p:grpSp>
          <p:nvGrpSpPr>
            <p:cNvPr id="685" name="Google Shape;685;p82"/>
            <p:cNvGrpSpPr/>
            <p:nvPr/>
          </p:nvGrpSpPr>
          <p:grpSpPr>
            <a:xfrm>
              <a:off x="-216025" y="2571750"/>
              <a:ext cx="9618395" cy="481500"/>
              <a:chOff x="-216025" y="2997075"/>
              <a:chExt cx="9618395" cy="481500"/>
            </a:xfrm>
          </p:grpSpPr>
          <p:sp>
            <p:nvSpPr>
              <p:cNvPr id="686" name="Google Shape;686;p82"/>
              <p:cNvSpPr/>
              <p:nvPr/>
            </p:nvSpPr>
            <p:spPr>
              <a:xfrm>
                <a:off x="-21602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7" name="Google Shape;687;p82"/>
              <p:cNvSpPr/>
              <p:nvPr/>
            </p:nvSpPr>
            <p:spPr>
              <a:xfrm>
                <a:off x="26486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8" name="Google Shape;688;p82"/>
              <p:cNvSpPr/>
              <p:nvPr/>
            </p:nvSpPr>
            <p:spPr>
              <a:xfrm>
                <a:off x="74575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9" name="Google Shape;689;p82"/>
              <p:cNvSpPr/>
              <p:nvPr/>
            </p:nvSpPr>
            <p:spPr>
              <a:xfrm>
                <a:off x="122664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0" name="Google Shape;690;p82"/>
              <p:cNvSpPr/>
              <p:nvPr/>
            </p:nvSpPr>
            <p:spPr>
              <a:xfrm>
                <a:off x="170753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1" name="Google Shape;691;p82"/>
              <p:cNvSpPr/>
              <p:nvPr/>
            </p:nvSpPr>
            <p:spPr>
              <a:xfrm>
                <a:off x="218842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2" name="Google Shape;692;p82"/>
              <p:cNvSpPr/>
              <p:nvPr/>
            </p:nvSpPr>
            <p:spPr>
              <a:xfrm>
                <a:off x="266931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p82"/>
              <p:cNvSpPr/>
              <p:nvPr/>
            </p:nvSpPr>
            <p:spPr>
              <a:xfrm>
                <a:off x="3150199"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p82"/>
              <p:cNvSpPr/>
              <p:nvPr/>
            </p:nvSpPr>
            <p:spPr>
              <a:xfrm>
                <a:off x="363108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82"/>
              <p:cNvSpPr/>
              <p:nvPr/>
            </p:nvSpPr>
            <p:spPr>
              <a:xfrm>
                <a:off x="411197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6" name="Google Shape;696;p82"/>
              <p:cNvSpPr/>
              <p:nvPr/>
            </p:nvSpPr>
            <p:spPr>
              <a:xfrm>
                <a:off x="4592867"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7" name="Google Shape;697;p82"/>
              <p:cNvSpPr/>
              <p:nvPr/>
            </p:nvSpPr>
            <p:spPr>
              <a:xfrm>
                <a:off x="5073756"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8" name="Google Shape;698;p82"/>
              <p:cNvSpPr/>
              <p:nvPr/>
            </p:nvSpPr>
            <p:spPr>
              <a:xfrm>
                <a:off x="555464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9" name="Google Shape;699;p82"/>
              <p:cNvSpPr/>
              <p:nvPr/>
            </p:nvSpPr>
            <p:spPr>
              <a:xfrm>
                <a:off x="603553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0" name="Google Shape;700;p82"/>
              <p:cNvSpPr/>
              <p:nvPr/>
            </p:nvSpPr>
            <p:spPr>
              <a:xfrm>
                <a:off x="651642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1" name="Google Shape;701;p82"/>
              <p:cNvSpPr/>
              <p:nvPr/>
            </p:nvSpPr>
            <p:spPr>
              <a:xfrm>
                <a:off x="699731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2" name="Google Shape;702;p82"/>
              <p:cNvSpPr/>
              <p:nvPr/>
            </p:nvSpPr>
            <p:spPr>
              <a:xfrm>
                <a:off x="747820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p82"/>
              <p:cNvSpPr/>
              <p:nvPr/>
            </p:nvSpPr>
            <p:spPr>
              <a:xfrm>
                <a:off x="795909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4" name="Google Shape;704;p82"/>
              <p:cNvSpPr/>
              <p:nvPr/>
            </p:nvSpPr>
            <p:spPr>
              <a:xfrm>
                <a:off x="843998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5" name="Google Shape;705;p82"/>
              <p:cNvSpPr/>
              <p:nvPr/>
            </p:nvSpPr>
            <p:spPr>
              <a:xfrm>
                <a:off x="892087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06" name="Google Shape;706;p82"/>
            <p:cNvSpPr/>
            <p:nvPr/>
          </p:nvSpPr>
          <p:spPr>
            <a:xfrm>
              <a:off x="-11775" y="2813025"/>
              <a:ext cx="9155700" cy="1141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07" name="Google Shape;707;p82"/>
            <p:cNvGrpSpPr/>
            <p:nvPr/>
          </p:nvGrpSpPr>
          <p:grpSpPr>
            <a:xfrm>
              <a:off x="-216025" y="3701700"/>
              <a:ext cx="9618395" cy="481500"/>
              <a:chOff x="-216025" y="2997075"/>
              <a:chExt cx="9618395" cy="481500"/>
            </a:xfrm>
          </p:grpSpPr>
          <p:sp>
            <p:nvSpPr>
              <p:cNvPr id="708" name="Google Shape;708;p82"/>
              <p:cNvSpPr/>
              <p:nvPr/>
            </p:nvSpPr>
            <p:spPr>
              <a:xfrm>
                <a:off x="-21602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p82"/>
              <p:cNvSpPr/>
              <p:nvPr/>
            </p:nvSpPr>
            <p:spPr>
              <a:xfrm>
                <a:off x="26486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0" name="Google Shape;710;p82"/>
              <p:cNvSpPr/>
              <p:nvPr/>
            </p:nvSpPr>
            <p:spPr>
              <a:xfrm>
                <a:off x="74575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1" name="Google Shape;711;p82"/>
              <p:cNvSpPr/>
              <p:nvPr/>
            </p:nvSpPr>
            <p:spPr>
              <a:xfrm>
                <a:off x="122664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2" name="Google Shape;712;p82"/>
              <p:cNvSpPr/>
              <p:nvPr/>
            </p:nvSpPr>
            <p:spPr>
              <a:xfrm>
                <a:off x="170753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3" name="Google Shape;713;p82"/>
              <p:cNvSpPr/>
              <p:nvPr/>
            </p:nvSpPr>
            <p:spPr>
              <a:xfrm>
                <a:off x="218842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4" name="Google Shape;714;p82"/>
              <p:cNvSpPr/>
              <p:nvPr/>
            </p:nvSpPr>
            <p:spPr>
              <a:xfrm>
                <a:off x="266931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5" name="Google Shape;715;p82"/>
              <p:cNvSpPr/>
              <p:nvPr/>
            </p:nvSpPr>
            <p:spPr>
              <a:xfrm>
                <a:off x="3150199"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6" name="Google Shape;716;p82"/>
              <p:cNvSpPr/>
              <p:nvPr/>
            </p:nvSpPr>
            <p:spPr>
              <a:xfrm>
                <a:off x="363108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7" name="Google Shape;717;p82"/>
              <p:cNvSpPr/>
              <p:nvPr/>
            </p:nvSpPr>
            <p:spPr>
              <a:xfrm>
                <a:off x="4111978"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8" name="Google Shape;718;p82"/>
              <p:cNvSpPr/>
              <p:nvPr/>
            </p:nvSpPr>
            <p:spPr>
              <a:xfrm>
                <a:off x="4592867"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9" name="Google Shape;719;p82"/>
              <p:cNvSpPr/>
              <p:nvPr/>
            </p:nvSpPr>
            <p:spPr>
              <a:xfrm>
                <a:off x="5073756"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0" name="Google Shape;720;p82"/>
              <p:cNvSpPr/>
              <p:nvPr/>
            </p:nvSpPr>
            <p:spPr>
              <a:xfrm>
                <a:off x="5554645"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82"/>
              <p:cNvSpPr/>
              <p:nvPr/>
            </p:nvSpPr>
            <p:spPr>
              <a:xfrm>
                <a:off x="603553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2" name="Google Shape;722;p82"/>
              <p:cNvSpPr/>
              <p:nvPr/>
            </p:nvSpPr>
            <p:spPr>
              <a:xfrm>
                <a:off x="6516424"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3" name="Google Shape;723;p82"/>
              <p:cNvSpPr/>
              <p:nvPr/>
            </p:nvSpPr>
            <p:spPr>
              <a:xfrm>
                <a:off x="6997313"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4" name="Google Shape;724;p82"/>
              <p:cNvSpPr/>
              <p:nvPr/>
            </p:nvSpPr>
            <p:spPr>
              <a:xfrm>
                <a:off x="7478202"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p82"/>
              <p:cNvSpPr/>
              <p:nvPr/>
            </p:nvSpPr>
            <p:spPr>
              <a:xfrm>
                <a:off x="7959091"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6" name="Google Shape;726;p82"/>
              <p:cNvSpPr/>
              <p:nvPr/>
            </p:nvSpPr>
            <p:spPr>
              <a:xfrm>
                <a:off x="843998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7" name="Google Shape;727;p82"/>
              <p:cNvSpPr/>
              <p:nvPr/>
            </p:nvSpPr>
            <p:spPr>
              <a:xfrm>
                <a:off x="8920870" y="2997075"/>
                <a:ext cx="481500" cy="4815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728" name="Google Shape;728;p82"/>
          <p:cNvSpPr/>
          <p:nvPr/>
        </p:nvSpPr>
        <p:spPr>
          <a:xfrm>
            <a:off x="2985750" y="1016475"/>
            <a:ext cx="3172500" cy="7977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1"/>
                </a:solidFill>
                <a:latin typeface="Archivo"/>
                <a:ea typeface="Archivo"/>
                <a:cs typeface="Archivo"/>
                <a:sym typeface="Archivo"/>
              </a:rPr>
              <a:t>ANSWER</a:t>
            </a:r>
            <a:endParaRPr sz="4600">
              <a:solidFill>
                <a:schemeClr val="dk1"/>
              </a:solidFill>
              <a:latin typeface="Archivo"/>
              <a:ea typeface="Archivo"/>
              <a:cs typeface="Archivo"/>
              <a:sym typeface="Archivo"/>
            </a:endParaRPr>
          </a:p>
        </p:txBody>
      </p:sp>
      <p:sp>
        <p:nvSpPr>
          <p:cNvPr id="729" name="Google Shape;729;p82"/>
          <p:cNvSpPr txBox="1"/>
          <p:nvPr>
            <p:ph type="title"/>
          </p:nvPr>
        </p:nvSpPr>
        <p:spPr>
          <a:xfrm>
            <a:off x="1146325" y="2798675"/>
            <a:ext cx="6893700" cy="61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1pPr>
            <a:lvl2pPr lvl="1"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2pPr>
            <a:lvl3pPr lvl="2"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3pPr>
            <a:lvl4pPr lvl="3"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4pPr>
            <a:lvl5pPr lvl="4"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5pPr>
            <a:lvl6pPr lvl="5"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6pPr>
            <a:lvl7pPr lvl="6"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7pPr>
            <a:lvl8pPr lvl="7"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8pPr>
            <a:lvl9pPr lvl="8" algn="ctr">
              <a:spcBef>
                <a:spcPts val="0"/>
              </a:spcBef>
              <a:spcAft>
                <a:spcPts val="0"/>
              </a:spcAft>
              <a:buClr>
                <a:schemeClr val="dk1"/>
              </a:buClr>
              <a:buSzPts val="2600"/>
              <a:buFont typeface="Archivo Medium"/>
              <a:buNone/>
              <a:defRPr sz="2600">
                <a:latin typeface="Archivo Medium"/>
                <a:ea typeface="Archivo Medium"/>
                <a:cs typeface="Archivo Medium"/>
                <a:sym typeface="Archivo Medium"/>
              </a:defRPr>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6">
  <p:cSld name="SECTION_TITLE_AND_DESCRIPTION_1">
    <p:bg>
      <p:bgPr>
        <a:solidFill>
          <a:schemeClr val="lt2"/>
        </a:solidFill>
      </p:bgPr>
    </p:bg>
    <p:spTree>
      <p:nvGrpSpPr>
        <p:cNvPr id="730" name="Shape 730"/>
        <p:cNvGrpSpPr/>
        <p:nvPr/>
      </p:nvGrpSpPr>
      <p:grpSpPr>
        <a:xfrm>
          <a:off x="0" y="0"/>
          <a:ext cx="0" cy="0"/>
          <a:chOff x="0" y="0"/>
          <a:chExt cx="0" cy="0"/>
        </a:xfrm>
      </p:grpSpPr>
      <p:sp>
        <p:nvSpPr>
          <p:cNvPr id="731" name="Google Shape;731;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accent1"/>
                </a:solidFill>
                <a:latin typeface="Archivo"/>
                <a:ea typeface="Archivo"/>
                <a:cs typeface="Archivo"/>
                <a:sym typeface="Archivo"/>
              </a:defRPr>
            </a:lvl1pPr>
            <a:lvl2pPr lvl="1" rtl="0">
              <a:buNone/>
              <a:defRPr>
                <a:solidFill>
                  <a:schemeClr val="accent1"/>
                </a:solidFill>
                <a:latin typeface="Archivo"/>
                <a:ea typeface="Archivo"/>
                <a:cs typeface="Archivo"/>
                <a:sym typeface="Archivo"/>
              </a:defRPr>
            </a:lvl2pPr>
            <a:lvl3pPr lvl="2" rtl="0">
              <a:buNone/>
              <a:defRPr>
                <a:solidFill>
                  <a:schemeClr val="accent1"/>
                </a:solidFill>
                <a:latin typeface="Archivo"/>
                <a:ea typeface="Archivo"/>
                <a:cs typeface="Archivo"/>
                <a:sym typeface="Archivo"/>
              </a:defRPr>
            </a:lvl3pPr>
            <a:lvl4pPr lvl="3" rtl="0">
              <a:buNone/>
              <a:defRPr>
                <a:solidFill>
                  <a:schemeClr val="accent1"/>
                </a:solidFill>
                <a:latin typeface="Archivo"/>
                <a:ea typeface="Archivo"/>
                <a:cs typeface="Archivo"/>
                <a:sym typeface="Archivo"/>
              </a:defRPr>
            </a:lvl4pPr>
            <a:lvl5pPr lvl="4" rtl="0">
              <a:buNone/>
              <a:defRPr>
                <a:solidFill>
                  <a:schemeClr val="accent1"/>
                </a:solidFill>
                <a:latin typeface="Archivo"/>
                <a:ea typeface="Archivo"/>
                <a:cs typeface="Archivo"/>
                <a:sym typeface="Archivo"/>
              </a:defRPr>
            </a:lvl5pPr>
            <a:lvl6pPr lvl="5" rtl="0">
              <a:buNone/>
              <a:defRPr>
                <a:solidFill>
                  <a:schemeClr val="accent1"/>
                </a:solidFill>
                <a:latin typeface="Archivo"/>
                <a:ea typeface="Archivo"/>
                <a:cs typeface="Archivo"/>
                <a:sym typeface="Archivo"/>
              </a:defRPr>
            </a:lvl6pPr>
            <a:lvl7pPr lvl="6" rtl="0">
              <a:buNone/>
              <a:defRPr>
                <a:solidFill>
                  <a:schemeClr val="accent1"/>
                </a:solidFill>
                <a:latin typeface="Archivo"/>
                <a:ea typeface="Archivo"/>
                <a:cs typeface="Archivo"/>
                <a:sym typeface="Archivo"/>
              </a:defRPr>
            </a:lvl7pPr>
            <a:lvl8pPr lvl="7" rtl="0">
              <a:buNone/>
              <a:defRPr>
                <a:solidFill>
                  <a:schemeClr val="accent1"/>
                </a:solidFill>
                <a:latin typeface="Archivo"/>
                <a:ea typeface="Archivo"/>
                <a:cs typeface="Archivo"/>
                <a:sym typeface="Archivo"/>
              </a:defRPr>
            </a:lvl8pPr>
            <a:lvl9pPr lvl="8" rtl="0">
              <a:buNone/>
              <a:defRPr>
                <a:solidFill>
                  <a:schemeClr val="accen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732" name="Google Shape;732;p83"/>
          <p:cNvSpPr/>
          <p:nvPr/>
        </p:nvSpPr>
        <p:spPr>
          <a:xfrm rot="-1801062">
            <a:off x="2491108" y="969068"/>
            <a:ext cx="1000265"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3" name="Google Shape;733;p83"/>
          <p:cNvSpPr/>
          <p:nvPr/>
        </p:nvSpPr>
        <p:spPr>
          <a:xfrm rot="-1800278">
            <a:off x="5281949" y="744072"/>
            <a:ext cx="722299" cy="335604"/>
          </a:xfrm>
          <a:prstGeom prst="roundRect">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4" name="Google Shape;734;p83"/>
          <p:cNvSpPr/>
          <p:nvPr/>
        </p:nvSpPr>
        <p:spPr>
          <a:xfrm rot="-1800530">
            <a:off x="7223623" y="715274"/>
            <a:ext cx="1768928" cy="335604"/>
          </a:xfrm>
          <a:prstGeom prst="roundRect">
            <a:avLst>
              <a:gd fmla="val 50000" name="adj"/>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5" name="Google Shape;735;p83"/>
          <p:cNvSpPr/>
          <p:nvPr/>
        </p:nvSpPr>
        <p:spPr>
          <a:xfrm rot="-1800530">
            <a:off x="7720323" y="30842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6" name="Google Shape;736;p83"/>
          <p:cNvSpPr/>
          <p:nvPr/>
        </p:nvSpPr>
        <p:spPr>
          <a:xfrm rot="-1801062">
            <a:off x="-375417" y="38354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7" name="Google Shape;737;p83"/>
          <p:cNvSpPr/>
          <p:nvPr/>
        </p:nvSpPr>
        <p:spPr>
          <a:xfrm rot="-1800388">
            <a:off x="4944507" y="4154170"/>
            <a:ext cx="1083988" cy="335604"/>
          </a:xfrm>
          <a:prstGeom prst="roundRect">
            <a:avLst>
              <a:gd fmla="val 50000"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8" name="Google Shape;738;p83"/>
          <p:cNvSpPr/>
          <p:nvPr/>
        </p:nvSpPr>
        <p:spPr>
          <a:xfrm rot="-1800278">
            <a:off x="1433349" y="3835422"/>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739" name="Google Shape;739;p83"/>
          <p:cNvSpPr/>
          <p:nvPr/>
        </p:nvSpPr>
        <p:spPr>
          <a:xfrm rot="-1800530">
            <a:off x="-336302" y="977024"/>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swer 6">
  <p:cSld name="BIG_NUMBER_1">
    <p:bg>
      <p:bgPr>
        <a:solidFill>
          <a:schemeClr val="lt1"/>
        </a:solidFill>
      </p:bgPr>
    </p:bg>
    <p:spTree>
      <p:nvGrpSpPr>
        <p:cNvPr id="740" name="Shape 740"/>
        <p:cNvGrpSpPr/>
        <p:nvPr/>
      </p:nvGrpSpPr>
      <p:grpSpPr>
        <a:xfrm>
          <a:off x="0" y="0"/>
          <a:ext cx="0" cy="0"/>
          <a:chOff x="0" y="0"/>
          <a:chExt cx="0" cy="0"/>
        </a:xfrm>
      </p:grpSpPr>
      <p:grpSp>
        <p:nvGrpSpPr>
          <p:cNvPr id="741" name="Google Shape;741;p84"/>
          <p:cNvGrpSpPr/>
          <p:nvPr/>
        </p:nvGrpSpPr>
        <p:grpSpPr>
          <a:xfrm>
            <a:off x="-216024" y="1761984"/>
            <a:ext cx="9652059" cy="2883165"/>
            <a:chOff x="-216024" y="1761984"/>
            <a:chExt cx="9652059" cy="2883165"/>
          </a:xfrm>
        </p:grpSpPr>
        <p:grpSp>
          <p:nvGrpSpPr>
            <p:cNvPr id="742" name="Google Shape;742;p84"/>
            <p:cNvGrpSpPr/>
            <p:nvPr/>
          </p:nvGrpSpPr>
          <p:grpSpPr>
            <a:xfrm>
              <a:off x="-216024" y="1761984"/>
              <a:ext cx="9652059" cy="483185"/>
              <a:chOff x="-216025" y="2997075"/>
              <a:chExt cx="9618395" cy="481500"/>
            </a:xfrm>
          </p:grpSpPr>
          <p:sp>
            <p:nvSpPr>
              <p:cNvPr id="743" name="Google Shape;743;p84"/>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4" name="Google Shape;744;p84"/>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5" name="Google Shape;745;p84"/>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6" name="Google Shape;746;p84"/>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84"/>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8" name="Google Shape;748;p84"/>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9" name="Google Shape;749;p84"/>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0" name="Google Shape;750;p84"/>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84"/>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2" name="Google Shape;752;p84"/>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84"/>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84"/>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5" name="Google Shape;755;p84"/>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6" name="Google Shape;756;p84"/>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7" name="Google Shape;757;p84"/>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8" name="Google Shape;758;p84"/>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84"/>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0" name="Google Shape;760;p84"/>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1" name="Google Shape;761;p84"/>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2" name="Google Shape;762;p84"/>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63" name="Google Shape;763;p84"/>
            <p:cNvSpPr/>
            <p:nvPr/>
          </p:nvSpPr>
          <p:spPr>
            <a:xfrm>
              <a:off x="-11050" y="2007050"/>
              <a:ext cx="9187800" cy="24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764" name="Google Shape;764;p84"/>
            <p:cNvGrpSpPr/>
            <p:nvPr/>
          </p:nvGrpSpPr>
          <p:grpSpPr>
            <a:xfrm>
              <a:off x="-216024" y="4161964"/>
              <a:ext cx="9652059" cy="483185"/>
              <a:chOff x="-216025" y="2997075"/>
              <a:chExt cx="9618395" cy="481500"/>
            </a:xfrm>
          </p:grpSpPr>
          <p:sp>
            <p:nvSpPr>
              <p:cNvPr id="765" name="Google Shape;765;p84"/>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6" name="Google Shape;766;p84"/>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7" name="Google Shape;767;p84"/>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8" name="Google Shape;768;p84"/>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9" name="Google Shape;769;p84"/>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0" name="Google Shape;770;p84"/>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1" name="Google Shape;771;p84"/>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2" name="Google Shape;772;p84"/>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3" name="Google Shape;773;p84"/>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4" name="Google Shape;774;p84"/>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5" name="Google Shape;775;p84"/>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84"/>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7" name="Google Shape;777;p84"/>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8" name="Google Shape;778;p84"/>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9" name="Google Shape;779;p84"/>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84"/>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1" name="Google Shape;781;p84"/>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2" name="Google Shape;782;p84"/>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3" name="Google Shape;783;p84"/>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4" name="Google Shape;784;p84"/>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785" name="Google Shape;785;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buNone/>
              <a:defRPr>
                <a:solidFill>
                  <a:schemeClr val="dk1"/>
                </a:solidFill>
                <a:latin typeface="Archivo"/>
                <a:ea typeface="Archivo"/>
                <a:cs typeface="Archivo"/>
                <a:sym typeface="Archivo"/>
              </a:defRPr>
            </a:lvl1pPr>
            <a:lvl2pPr lvl="1" rtl="0">
              <a:buNone/>
              <a:defRPr>
                <a:solidFill>
                  <a:schemeClr val="dk1"/>
                </a:solidFill>
                <a:latin typeface="Archivo"/>
                <a:ea typeface="Archivo"/>
                <a:cs typeface="Archivo"/>
                <a:sym typeface="Archivo"/>
              </a:defRPr>
            </a:lvl2pPr>
            <a:lvl3pPr lvl="2" rtl="0">
              <a:buNone/>
              <a:defRPr>
                <a:solidFill>
                  <a:schemeClr val="dk1"/>
                </a:solidFill>
                <a:latin typeface="Archivo"/>
                <a:ea typeface="Archivo"/>
                <a:cs typeface="Archivo"/>
                <a:sym typeface="Archivo"/>
              </a:defRPr>
            </a:lvl3pPr>
            <a:lvl4pPr lvl="3" rtl="0">
              <a:buNone/>
              <a:defRPr>
                <a:solidFill>
                  <a:schemeClr val="dk1"/>
                </a:solidFill>
                <a:latin typeface="Archivo"/>
                <a:ea typeface="Archivo"/>
                <a:cs typeface="Archivo"/>
                <a:sym typeface="Archivo"/>
              </a:defRPr>
            </a:lvl4pPr>
            <a:lvl5pPr lvl="4" rtl="0">
              <a:buNone/>
              <a:defRPr>
                <a:solidFill>
                  <a:schemeClr val="dk1"/>
                </a:solidFill>
                <a:latin typeface="Archivo"/>
                <a:ea typeface="Archivo"/>
                <a:cs typeface="Archivo"/>
                <a:sym typeface="Archivo"/>
              </a:defRPr>
            </a:lvl5pPr>
            <a:lvl6pPr lvl="5" rtl="0">
              <a:buNone/>
              <a:defRPr>
                <a:solidFill>
                  <a:schemeClr val="dk1"/>
                </a:solidFill>
                <a:latin typeface="Archivo"/>
                <a:ea typeface="Archivo"/>
                <a:cs typeface="Archivo"/>
                <a:sym typeface="Archivo"/>
              </a:defRPr>
            </a:lvl6pPr>
            <a:lvl7pPr lvl="6" rtl="0">
              <a:buNone/>
              <a:defRPr>
                <a:solidFill>
                  <a:schemeClr val="dk1"/>
                </a:solidFill>
                <a:latin typeface="Archivo"/>
                <a:ea typeface="Archivo"/>
                <a:cs typeface="Archivo"/>
                <a:sym typeface="Archivo"/>
              </a:defRPr>
            </a:lvl7pPr>
            <a:lvl8pPr lvl="7" rtl="0">
              <a:buNone/>
              <a:defRPr>
                <a:solidFill>
                  <a:schemeClr val="dk1"/>
                </a:solidFill>
                <a:latin typeface="Archivo"/>
                <a:ea typeface="Archivo"/>
                <a:cs typeface="Archivo"/>
                <a:sym typeface="Archivo"/>
              </a:defRPr>
            </a:lvl8pPr>
            <a:lvl9pPr lvl="8" rtl="0">
              <a:buNone/>
              <a:defRPr>
                <a:solidFill>
                  <a:schemeClr val="dk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grpSp>
        <p:nvGrpSpPr>
          <p:cNvPr id="786" name="Google Shape;786;p84"/>
          <p:cNvGrpSpPr/>
          <p:nvPr/>
        </p:nvGrpSpPr>
        <p:grpSpPr>
          <a:xfrm>
            <a:off x="-216024" y="2295384"/>
            <a:ext cx="9652059" cy="1617090"/>
            <a:chOff x="-216025" y="2571750"/>
            <a:chExt cx="9618395" cy="1611450"/>
          </a:xfrm>
        </p:grpSpPr>
        <p:grpSp>
          <p:nvGrpSpPr>
            <p:cNvPr id="787" name="Google Shape;787;p84"/>
            <p:cNvGrpSpPr/>
            <p:nvPr/>
          </p:nvGrpSpPr>
          <p:grpSpPr>
            <a:xfrm>
              <a:off x="-216025" y="2571750"/>
              <a:ext cx="9618395" cy="481500"/>
              <a:chOff x="-216025" y="2997075"/>
              <a:chExt cx="9618395" cy="481500"/>
            </a:xfrm>
          </p:grpSpPr>
          <p:sp>
            <p:nvSpPr>
              <p:cNvPr id="788" name="Google Shape;788;p84"/>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9" name="Google Shape;789;p84"/>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84"/>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84"/>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2" name="Google Shape;792;p84"/>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3" name="Google Shape;793;p84"/>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4" name="Google Shape;794;p84"/>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5" name="Google Shape;795;p84"/>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6" name="Google Shape;796;p84"/>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7" name="Google Shape;797;p84"/>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84"/>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9" name="Google Shape;799;p84"/>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0" name="Google Shape;800;p84"/>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1" name="Google Shape;801;p84"/>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2" name="Google Shape;802;p84"/>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3" name="Google Shape;803;p84"/>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4" name="Google Shape;804;p84"/>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5" name="Google Shape;805;p84"/>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6" name="Google Shape;806;p84"/>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7" name="Google Shape;807;p84"/>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08" name="Google Shape;808;p84"/>
            <p:cNvSpPr/>
            <p:nvPr/>
          </p:nvSpPr>
          <p:spPr>
            <a:xfrm>
              <a:off x="-11775" y="2813025"/>
              <a:ext cx="9155700" cy="1141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809" name="Google Shape;809;p84"/>
            <p:cNvGrpSpPr/>
            <p:nvPr/>
          </p:nvGrpSpPr>
          <p:grpSpPr>
            <a:xfrm>
              <a:off x="-216025" y="3701700"/>
              <a:ext cx="9618395" cy="481500"/>
              <a:chOff x="-216025" y="2997075"/>
              <a:chExt cx="9618395" cy="481500"/>
            </a:xfrm>
          </p:grpSpPr>
          <p:sp>
            <p:nvSpPr>
              <p:cNvPr id="810" name="Google Shape;810;p84"/>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1" name="Google Shape;811;p84"/>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2" name="Google Shape;812;p84"/>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3" name="Google Shape;813;p84"/>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4" name="Google Shape;814;p84"/>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5" name="Google Shape;815;p84"/>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84"/>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7" name="Google Shape;817;p84"/>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8" name="Google Shape;818;p84"/>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9" name="Google Shape;819;p84"/>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0" name="Google Shape;820;p84"/>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1" name="Google Shape;821;p84"/>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84"/>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3" name="Google Shape;823;p84"/>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4" name="Google Shape;824;p84"/>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5" name="Google Shape;825;p84"/>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6" name="Google Shape;826;p84"/>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7" name="Google Shape;827;p84"/>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8" name="Google Shape;828;p84"/>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9" name="Google Shape;829;p84"/>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830" name="Google Shape;830;p84"/>
          <p:cNvSpPr txBox="1"/>
          <p:nvPr>
            <p:ph type="title"/>
          </p:nvPr>
        </p:nvSpPr>
        <p:spPr>
          <a:xfrm>
            <a:off x="1146325" y="2798675"/>
            <a:ext cx="6893700" cy="616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1pPr>
            <a:lvl2pPr lvl="1"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2pPr>
            <a:lvl3pPr lvl="2"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3pPr>
            <a:lvl4pPr lvl="3"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4pPr>
            <a:lvl5pPr lvl="4"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5pPr>
            <a:lvl6pPr lvl="5"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6pPr>
            <a:lvl7pPr lvl="6"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7pPr>
            <a:lvl8pPr lvl="7"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8pPr>
            <a:lvl9pPr lvl="8" algn="ctr">
              <a:spcBef>
                <a:spcPts val="0"/>
              </a:spcBef>
              <a:spcAft>
                <a:spcPts val="0"/>
              </a:spcAft>
              <a:buClr>
                <a:schemeClr val="dk2"/>
              </a:buClr>
              <a:buSzPts val="2600"/>
              <a:buFont typeface="Archivo Medium"/>
              <a:buNone/>
              <a:defRPr sz="2600">
                <a:solidFill>
                  <a:schemeClr val="dk2"/>
                </a:solidFill>
                <a:latin typeface="Archivo Medium"/>
                <a:ea typeface="Archivo Medium"/>
                <a:cs typeface="Archivo Medium"/>
                <a:sym typeface="Archivo Medium"/>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nner" type="blank">
  <p:cSld name="BLANK">
    <p:bg>
      <p:bgPr>
        <a:solidFill>
          <a:schemeClr val="dk1"/>
        </a:solidFill>
      </p:bgPr>
    </p:bg>
    <p:spTree>
      <p:nvGrpSpPr>
        <p:cNvPr id="831" name="Shape 831"/>
        <p:cNvGrpSpPr/>
        <p:nvPr/>
      </p:nvGrpSpPr>
      <p:grpSpPr>
        <a:xfrm>
          <a:off x="0" y="0"/>
          <a:ext cx="0" cy="0"/>
          <a:chOff x="0" y="0"/>
          <a:chExt cx="0" cy="0"/>
        </a:xfrm>
      </p:grpSpPr>
      <p:sp>
        <p:nvSpPr>
          <p:cNvPr id="832" name="Google Shape;832;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solidFill>
                  <a:schemeClr val="lt1"/>
                </a:solidFill>
                <a:latin typeface="Archivo"/>
                <a:ea typeface="Archivo"/>
                <a:cs typeface="Archivo"/>
                <a:sym typeface="Archivo"/>
              </a:defRPr>
            </a:lvl1pPr>
            <a:lvl2pPr lvl="1">
              <a:buNone/>
              <a:defRPr>
                <a:solidFill>
                  <a:schemeClr val="lt1"/>
                </a:solidFill>
                <a:latin typeface="Archivo"/>
                <a:ea typeface="Archivo"/>
                <a:cs typeface="Archivo"/>
                <a:sym typeface="Archivo"/>
              </a:defRPr>
            </a:lvl2pPr>
            <a:lvl3pPr lvl="2">
              <a:buNone/>
              <a:defRPr>
                <a:solidFill>
                  <a:schemeClr val="lt1"/>
                </a:solidFill>
                <a:latin typeface="Archivo"/>
                <a:ea typeface="Archivo"/>
                <a:cs typeface="Archivo"/>
                <a:sym typeface="Archivo"/>
              </a:defRPr>
            </a:lvl3pPr>
            <a:lvl4pPr lvl="3">
              <a:buNone/>
              <a:defRPr>
                <a:solidFill>
                  <a:schemeClr val="lt1"/>
                </a:solidFill>
                <a:latin typeface="Archivo"/>
                <a:ea typeface="Archivo"/>
                <a:cs typeface="Archivo"/>
                <a:sym typeface="Archivo"/>
              </a:defRPr>
            </a:lvl4pPr>
            <a:lvl5pPr lvl="4">
              <a:buNone/>
              <a:defRPr>
                <a:solidFill>
                  <a:schemeClr val="lt1"/>
                </a:solidFill>
                <a:latin typeface="Archivo"/>
                <a:ea typeface="Archivo"/>
                <a:cs typeface="Archivo"/>
                <a:sym typeface="Archivo"/>
              </a:defRPr>
            </a:lvl5pPr>
            <a:lvl6pPr lvl="5">
              <a:buNone/>
              <a:defRPr>
                <a:solidFill>
                  <a:schemeClr val="lt1"/>
                </a:solidFill>
                <a:latin typeface="Archivo"/>
                <a:ea typeface="Archivo"/>
                <a:cs typeface="Archivo"/>
                <a:sym typeface="Archivo"/>
              </a:defRPr>
            </a:lvl6pPr>
            <a:lvl7pPr lvl="6">
              <a:buNone/>
              <a:defRPr>
                <a:solidFill>
                  <a:schemeClr val="lt1"/>
                </a:solidFill>
                <a:latin typeface="Archivo"/>
                <a:ea typeface="Archivo"/>
                <a:cs typeface="Archivo"/>
                <a:sym typeface="Archivo"/>
              </a:defRPr>
            </a:lvl7pPr>
            <a:lvl8pPr lvl="7">
              <a:buNone/>
              <a:defRPr>
                <a:solidFill>
                  <a:schemeClr val="lt1"/>
                </a:solidFill>
                <a:latin typeface="Archivo"/>
                <a:ea typeface="Archivo"/>
                <a:cs typeface="Archivo"/>
                <a:sym typeface="Archivo"/>
              </a:defRPr>
            </a:lvl8pPr>
            <a:lvl9pPr lvl="8">
              <a:buNone/>
              <a:defRPr>
                <a:solidFill>
                  <a:schemeClr val="lt1"/>
                </a:solidFill>
                <a:latin typeface="Archivo"/>
                <a:ea typeface="Archivo"/>
                <a:cs typeface="Archivo"/>
                <a:sym typeface="Archivo"/>
              </a:defRPr>
            </a:lvl9pPr>
          </a:lstStyle>
          <a:p>
            <a:pPr indent="0" lvl="0" marL="0" rtl="0" algn="l">
              <a:spcBef>
                <a:spcPts val="0"/>
              </a:spcBef>
              <a:spcAft>
                <a:spcPts val="0"/>
              </a:spcAft>
              <a:buNone/>
            </a:pPr>
            <a:fld id="{00000000-1234-1234-1234-123412341234}" type="slidenum">
              <a:rPr lang="en"/>
              <a:t>‹#›</a:t>
            </a:fld>
            <a:endParaRPr/>
          </a:p>
        </p:txBody>
      </p:sp>
      <p:sp>
        <p:nvSpPr>
          <p:cNvPr id="833" name="Google Shape;833;p85"/>
          <p:cNvSpPr/>
          <p:nvPr/>
        </p:nvSpPr>
        <p:spPr>
          <a:xfrm rot="-1800530">
            <a:off x="-366677" y="2116999"/>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4" name="Google Shape;834;p85"/>
          <p:cNvSpPr/>
          <p:nvPr/>
        </p:nvSpPr>
        <p:spPr>
          <a:xfrm rot="-1801062">
            <a:off x="2721608" y="430443"/>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5" name="Google Shape;835;p85"/>
          <p:cNvSpPr/>
          <p:nvPr/>
        </p:nvSpPr>
        <p:spPr>
          <a:xfrm rot="-1800530">
            <a:off x="-507902" y="4201499"/>
            <a:ext cx="1768928"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6" name="Google Shape;836;p85"/>
          <p:cNvSpPr/>
          <p:nvPr/>
        </p:nvSpPr>
        <p:spPr>
          <a:xfrm rot="-1801062">
            <a:off x="6703758" y="127931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7" name="Google Shape;837;p85"/>
          <p:cNvSpPr/>
          <p:nvPr/>
        </p:nvSpPr>
        <p:spPr>
          <a:xfrm rot="-1800530">
            <a:off x="7833473" y="2852174"/>
            <a:ext cx="1768928" cy="335604"/>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8" name="Google Shape;838;p85"/>
          <p:cNvSpPr/>
          <p:nvPr/>
        </p:nvSpPr>
        <p:spPr>
          <a:xfrm rot="-1801062">
            <a:off x="731283" y="2852168"/>
            <a:ext cx="1000265" cy="335604"/>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39" name="Google Shape;839;p85"/>
          <p:cNvSpPr/>
          <p:nvPr/>
        </p:nvSpPr>
        <p:spPr>
          <a:xfrm rot="-1801062">
            <a:off x="6609583" y="-3282"/>
            <a:ext cx="1000265" cy="335604"/>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0" name="Google Shape;840;p85"/>
          <p:cNvSpPr/>
          <p:nvPr/>
        </p:nvSpPr>
        <p:spPr>
          <a:xfrm rot="-1800278">
            <a:off x="5094424" y="750122"/>
            <a:ext cx="722299"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1" name="Google Shape;841;p85"/>
          <p:cNvSpPr/>
          <p:nvPr/>
        </p:nvSpPr>
        <p:spPr>
          <a:xfrm rot="-1800388">
            <a:off x="7431857" y="4201495"/>
            <a:ext cx="1083988"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2" name="Google Shape;842;p85"/>
          <p:cNvSpPr/>
          <p:nvPr>
            <p:ph idx="2" type="pic"/>
          </p:nvPr>
        </p:nvSpPr>
        <p:spPr>
          <a:xfrm>
            <a:off x="2017750" y="3570765"/>
            <a:ext cx="1488900" cy="1045500"/>
          </a:xfrm>
          <a:prstGeom prst="roundRect">
            <a:avLst>
              <a:gd fmla="val 50000" name="adj"/>
            </a:avLst>
          </a:prstGeom>
          <a:noFill/>
          <a:ln>
            <a:noFill/>
          </a:ln>
        </p:spPr>
      </p:sp>
      <p:sp>
        <p:nvSpPr>
          <p:cNvPr id="843" name="Google Shape;843;p85"/>
          <p:cNvSpPr/>
          <p:nvPr>
            <p:ph idx="3" type="pic"/>
          </p:nvPr>
        </p:nvSpPr>
        <p:spPr>
          <a:xfrm>
            <a:off x="3840838" y="3570765"/>
            <a:ext cx="1488900" cy="1045500"/>
          </a:xfrm>
          <a:prstGeom prst="roundRect">
            <a:avLst>
              <a:gd fmla="val 50000" name="adj"/>
            </a:avLst>
          </a:prstGeom>
          <a:noFill/>
          <a:ln>
            <a:noFill/>
          </a:ln>
        </p:spPr>
      </p:sp>
      <p:sp>
        <p:nvSpPr>
          <p:cNvPr id="844" name="Google Shape;844;p85"/>
          <p:cNvSpPr/>
          <p:nvPr>
            <p:ph idx="4" type="pic"/>
          </p:nvPr>
        </p:nvSpPr>
        <p:spPr>
          <a:xfrm>
            <a:off x="5637338" y="3570765"/>
            <a:ext cx="1488900" cy="1045500"/>
          </a:xfrm>
          <a:prstGeom prst="roundRect">
            <a:avLst>
              <a:gd fmla="val 50000" name="adj"/>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Card">
  <p:cSld name="CUSTOM">
    <p:bg>
      <p:bgPr>
        <a:solidFill>
          <a:schemeClr val="lt2"/>
        </a:solidFill>
      </p:bgPr>
    </p:bg>
    <p:spTree>
      <p:nvGrpSpPr>
        <p:cNvPr id="845" name="Shape 845"/>
        <p:cNvGrpSpPr/>
        <p:nvPr/>
      </p:nvGrpSpPr>
      <p:grpSpPr>
        <a:xfrm>
          <a:off x="0" y="0"/>
          <a:ext cx="0" cy="0"/>
          <a:chOff x="0" y="0"/>
          <a:chExt cx="0" cy="0"/>
        </a:xfrm>
      </p:grpSpPr>
      <p:sp>
        <p:nvSpPr>
          <p:cNvPr id="846" name="Google Shape;846;p86"/>
          <p:cNvSpPr/>
          <p:nvPr/>
        </p:nvSpPr>
        <p:spPr>
          <a:xfrm rot="-1800530">
            <a:off x="6612948" y="296074"/>
            <a:ext cx="1768928" cy="335604"/>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7" name="Google Shape;847;p86"/>
          <p:cNvSpPr/>
          <p:nvPr/>
        </p:nvSpPr>
        <p:spPr>
          <a:xfrm rot="-1801062">
            <a:off x="1243058" y="4882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8" name="Google Shape;848;p86"/>
          <p:cNvSpPr/>
          <p:nvPr/>
        </p:nvSpPr>
        <p:spPr>
          <a:xfrm rot="-1800530">
            <a:off x="-295752" y="3754249"/>
            <a:ext cx="1768928" cy="335604"/>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49" name="Google Shape;849;p86"/>
          <p:cNvSpPr/>
          <p:nvPr/>
        </p:nvSpPr>
        <p:spPr>
          <a:xfrm rot="-1801062">
            <a:off x="8003033" y="1401318"/>
            <a:ext cx="1000265" cy="3356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50" name="Google Shape;850;p86"/>
          <p:cNvSpPr/>
          <p:nvPr/>
        </p:nvSpPr>
        <p:spPr>
          <a:xfrm rot="-1800530">
            <a:off x="7798198" y="3871949"/>
            <a:ext cx="1768928" cy="335604"/>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51" name="Google Shape;851;p86"/>
          <p:cNvSpPr/>
          <p:nvPr/>
        </p:nvSpPr>
        <p:spPr>
          <a:xfrm rot="-1801062">
            <a:off x="268033" y="1738368"/>
            <a:ext cx="1000265" cy="335604"/>
          </a:xfrm>
          <a:prstGeom prst="roundRect">
            <a:avLst>
              <a:gd fmla="val 50000" name="adj"/>
            </a:avLst>
          </a:prstGeom>
          <a:no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52" name="Google Shape;852;p86"/>
          <p:cNvSpPr/>
          <p:nvPr/>
        </p:nvSpPr>
        <p:spPr>
          <a:xfrm rot="-1800278">
            <a:off x="1820824" y="2403947"/>
            <a:ext cx="722299"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
        <p:nvSpPr>
          <p:cNvPr id="853" name="Google Shape;853;p86"/>
          <p:cNvSpPr/>
          <p:nvPr/>
        </p:nvSpPr>
        <p:spPr>
          <a:xfrm rot="-1800388">
            <a:off x="6207782" y="2330070"/>
            <a:ext cx="1083988" cy="335604"/>
          </a:xfrm>
          <a:prstGeom prst="roundRect">
            <a:avLst>
              <a:gd fmla="val 50000"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0">
              <a:solidFill>
                <a:srgbClr val="B19712"/>
              </a:solidFill>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854" name="Shape 85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5.xml"/><Relationship Id="rId20" Type="http://schemas.openxmlformats.org/officeDocument/2006/relationships/slideLayout" Target="../slideLayouts/slideLayout65.xml"/><Relationship Id="rId41" Type="http://schemas.openxmlformats.org/officeDocument/2006/relationships/theme" Target="../theme/theme3.xml"/><Relationship Id="rId22" Type="http://schemas.openxmlformats.org/officeDocument/2006/relationships/slideLayout" Target="../slideLayouts/slideLayout67.xml"/><Relationship Id="rId21" Type="http://schemas.openxmlformats.org/officeDocument/2006/relationships/slideLayout" Target="../slideLayouts/slideLayout66.xml"/><Relationship Id="rId24" Type="http://schemas.openxmlformats.org/officeDocument/2006/relationships/slideLayout" Target="../slideLayouts/slideLayout69.xml"/><Relationship Id="rId23" Type="http://schemas.openxmlformats.org/officeDocument/2006/relationships/slideLayout" Target="../slideLayouts/slideLayout68.xml"/><Relationship Id="rId1" Type="http://schemas.openxmlformats.org/officeDocument/2006/relationships/slideLayout" Target="../slideLayouts/slideLayout46.xml"/><Relationship Id="rId2" Type="http://schemas.openxmlformats.org/officeDocument/2006/relationships/slideLayout" Target="../slideLayouts/slideLayout47.xml"/><Relationship Id="rId3" Type="http://schemas.openxmlformats.org/officeDocument/2006/relationships/slideLayout" Target="../slideLayouts/slideLayout48.xml"/><Relationship Id="rId4" Type="http://schemas.openxmlformats.org/officeDocument/2006/relationships/slideLayout" Target="../slideLayouts/slideLayout49.xml"/><Relationship Id="rId9" Type="http://schemas.openxmlformats.org/officeDocument/2006/relationships/slideLayout" Target="../slideLayouts/slideLayout54.xml"/><Relationship Id="rId26" Type="http://schemas.openxmlformats.org/officeDocument/2006/relationships/slideLayout" Target="../slideLayouts/slideLayout71.xml"/><Relationship Id="rId25" Type="http://schemas.openxmlformats.org/officeDocument/2006/relationships/slideLayout" Target="../slideLayouts/slideLayout70.xml"/><Relationship Id="rId28" Type="http://schemas.openxmlformats.org/officeDocument/2006/relationships/slideLayout" Target="../slideLayouts/slideLayout73.xml"/><Relationship Id="rId27" Type="http://schemas.openxmlformats.org/officeDocument/2006/relationships/slideLayout" Target="../slideLayouts/slideLayout72.xml"/><Relationship Id="rId5" Type="http://schemas.openxmlformats.org/officeDocument/2006/relationships/slideLayout" Target="../slideLayouts/slideLayout50.xml"/><Relationship Id="rId6" Type="http://schemas.openxmlformats.org/officeDocument/2006/relationships/slideLayout" Target="../slideLayouts/slideLayout51.xml"/><Relationship Id="rId29" Type="http://schemas.openxmlformats.org/officeDocument/2006/relationships/slideLayout" Target="../slideLayouts/slideLayout74.xml"/><Relationship Id="rId7" Type="http://schemas.openxmlformats.org/officeDocument/2006/relationships/slideLayout" Target="../slideLayouts/slideLayout52.xml"/><Relationship Id="rId8" Type="http://schemas.openxmlformats.org/officeDocument/2006/relationships/slideLayout" Target="../slideLayouts/slideLayout53.xml"/><Relationship Id="rId31" Type="http://schemas.openxmlformats.org/officeDocument/2006/relationships/slideLayout" Target="../slideLayouts/slideLayout76.xml"/><Relationship Id="rId30" Type="http://schemas.openxmlformats.org/officeDocument/2006/relationships/slideLayout" Target="../slideLayouts/slideLayout75.xml"/><Relationship Id="rId11" Type="http://schemas.openxmlformats.org/officeDocument/2006/relationships/slideLayout" Target="../slideLayouts/slideLayout56.xml"/><Relationship Id="rId33" Type="http://schemas.openxmlformats.org/officeDocument/2006/relationships/slideLayout" Target="../slideLayouts/slideLayout78.xml"/><Relationship Id="rId10" Type="http://schemas.openxmlformats.org/officeDocument/2006/relationships/slideLayout" Target="../slideLayouts/slideLayout55.xml"/><Relationship Id="rId32" Type="http://schemas.openxmlformats.org/officeDocument/2006/relationships/slideLayout" Target="../slideLayouts/slideLayout77.xml"/><Relationship Id="rId13" Type="http://schemas.openxmlformats.org/officeDocument/2006/relationships/slideLayout" Target="../slideLayouts/slideLayout58.xml"/><Relationship Id="rId35" Type="http://schemas.openxmlformats.org/officeDocument/2006/relationships/slideLayout" Target="../slideLayouts/slideLayout80.xml"/><Relationship Id="rId12" Type="http://schemas.openxmlformats.org/officeDocument/2006/relationships/slideLayout" Target="../slideLayouts/slideLayout57.xml"/><Relationship Id="rId34" Type="http://schemas.openxmlformats.org/officeDocument/2006/relationships/slideLayout" Target="../slideLayouts/slideLayout79.xml"/><Relationship Id="rId15" Type="http://schemas.openxmlformats.org/officeDocument/2006/relationships/slideLayout" Target="../slideLayouts/slideLayout60.xml"/><Relationship Id="rId37" Type="http://schemas.openxmlformats.org/officeDocument/2006/relationships/slideLayout" Target="../slideLayouts/slideLayout82.xml"/><Relationship Id="rId14" Type="http://schemas.openxmlformats.org/officeDocument/2006/relationships/slideLayout" Target="../slideLayouts/slideLayout59.xml"/><Relationship Id="rId36" Type="http://schemas.openxmlformats.org/officeDocument/2006/relationships/slideLayout" Target="../slideLayouts/slideLayout81.xml"/><Relationship Id="rId17" Type="http://schemas.openxmlformats.org/officeDocument/2006/relationships/slideLayout" Target="../slideLayouts/slideLayout62.xml"/><Relationship Id="rId39" Type="http://schemas.openxmlformats.org/officeDocument/2006/relationships/slideLayout" Target="../slideLayouts/slideLayout84.xml"/><Relationship Id="rId16" Type="http://schemas.openxmlformats.org/officeDocument/2006/relationships/slideLayout" Target="../slideLayouts/slideLayout61.xml"/><Relationship Id="rId38" Type="http://schemas.openxmlformats.org/officeDocument/2006/relationships/slideLayout" Target="../slideLayouts/slideLayout83.xml"/><Relationship Id="rId19" Type="http://schemas.openxmlformats.org/officeDocument/2006/relationships/slideLayout" Target="../slideLayouts/slideLayout64.xml"/><Relationship Id="rId18"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950" y="300125"/>
            <a:ext cx="8353800" cy="838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600"/>
              <a:buFont typeface="Hepta Slab"/>
              <a:buNone/>
              <a:defRPr sz="3600">
                <a:solidFill>
                  <a:schemeClr val="dk1"/>
                </a:solidFill>
                <a:latin typeface="Hepta Slab"/>
                <a:ea typeface="Hepta Slab"/>
                <a:cs typeface="Hepta Slab"/>
                <a:sym typeface="Hepta Slab"/>
              </a:defRPr>
            </a:lvl1pPr>
            <a:lvl2pPr lvl="1">
              <a:spcBef>
                <a:spcPts val="0"/>
              </a:spcBef>
              <a:spcAft>
                <a:spcPts val="0"/>
              </a:spcAft>
              <a:buSzPts val="1400"/>
              <a:buFont typeface="Hepta Slab"/>
              <a:buNone/>
              <a:defRPr>
                <a:latin typeface="Hepta Slab"/>
                <a:ea typeface="Hepta Slab"/>
                <a:cs typeface="Hepta Slab"/>
                <a:sym typeface="Hepta Slab"/>
              </a:defRPr>
            </a:lvl2pPr>
            <a:lvl3pPr lvl="2">
              <a:spcBef>
                <a:spcPts val="0"/>
              </a:spcBef>
              <a:spcAft>
                <a:spcPts val="0"/>
              </a:spcAft>
              <a:buSzPts val="1400"/>
              <a:buFont typeface="Hepta Slab"/>
              <a:buNone/>
              <a:defRPr>
                <a:latin typeface="Hepta Slab"/>
                <a:ea typeface="Hepta Slab"/>
                <a:cs typeface="Hepta Slab"/>
                <a:sym typeface="Hepta Slab"/>
              </a:defRPr>
            </a:lvl3pPr>
            <a:lvl4pPr lvl="3">
              <a:spcBef>
                <a:spcPts val="0"/>
              </a:spcBef>
              <a:spcAft>
                <a:spcPts val="0"/>
              </a:spcAft>
              <a:buSzPts val="1400"/>
              <a:buFont typeface="Hepta Slab"/>
              <a:buNone/>
              <a:defRPr>
                <a:latin typeface="Hepta Slab"/>
                <a:ea typeface="Hepta Slab"/>
                <a:cs typeface="Hepta Slab"/>
                <a:sym typeface="Hepta Slab"/>
              </a:defRPr>
            </a:lvl4pPr>
            <a:lvl5pPr lvl="4">
              <a:spcBef>
                <a:spcPts val="0"/>
              </a:spcBef>
              <a:spcAft>
                <a:spcPts val="0"/>
              </a:spcAft>
              <a:buSzPts val="1400"/>
              <a:buFont typeface="Hepta Slab"/>
              <a:buNone/>
              <a:defRPr>
                <a:latin typeface="Hepta Slab"/>
                <a:ea typeface="Hepta Slab"/>
                <a:cs typeface="Hepta Slab"/>
                <a:sym typeface="Hepta Slab"/>
              </a:defRPr>
            </a:lvl5pPr>
            <a:lvl6pPr lvl="5">
              <a:spcBef>
                <a:spcPts val="0"/>
              </a:spcBef>
              <a:spcAft>
                <a:spcPts val="0"/>
              </a:spcAft>
              <a:buSzPts val="1400"/>
              <a:buFont typeface="Hepta Slab"/>
              <a:buNone/>
              <a:defRPr>
                <a:latin typeface="Hepta Slab"/>
                <a:ea typeface="Hepta Slab"/>
                <a:cs typeface="Hepta Slab"/>
                <a:sym typeface="Hepta Slab"/>
              </a:defRPr>
            </a:lvl6pPr>
            <a:lvl7pPr lvl="6">
              <a:spcBef>
                <a:spcPts val="0"/>
              </a:spcBef>
              <a:spcAft>
                <a:spcPts val="0"/>
              </a:spcAft>
              <a:buSzPts val="1400"/>
              <a:buFont typeface="Hepta Slab"/>
              <a:buNone/>
              <a:defRPr>
                <a:latin typeface="Hepta Slab"/>
                <a:ea typeface="Hepta Slab"/>
                <a:cs typeface="Hepta Slab"/>
                <a:sym typeface="Hepta Slab"/>
              </a:defRPr>
            </a:lvl7pPr>
            <a:lvl8pPr lvl="7">
              <a:spcBef>
                <a:spcPts val="0"/>
              </a:spcBef>
              <a:spcAft>
                <a:spcPts val="0"/>
              </a:spcAft>
              <a:buSzPts val="1400"/>
              <a:buFont typeface="Hepta Slab"/>
              <a:buNone/>
              <a:defRPr>
                <a:latin typeface="Hepta Slab"/>
                <a:ea typeface="Hepta Slab"/>
                <a:cs typeface="Hepta Slab"/>
                <a:sym typeface="Hepta Slab"/>
              </a:defRPr>
            </a:lvl8pPr>
            <a:lvl9pPr lvl="8">
              <a:spcBef>
                <a:spcPts val="0"/>
              </a:spcBef>
              <a:spcAft>
                <a:spcPts val="0"/>
              </a:spcAft>
              <a:buSzPts val="1400"/>
              <a:buFont typeface="Hepta Slab"/>
              <a:buNone/>
              <a:defRPr>
                <a:latin typeface="Hepta Slab"/>
                <a:ea typeface="Hepta Slab"/>
                <a:cs typeface="Hepta Slab"/>
                <a:sym typeface="Hepta Slab"/>
              </a:defRPr>
            </a:lvl9pPr>
          </a:lstStyle>
          <a:p/>
        </p:txBody>
      </p:sp>
      <p:sp>
        <p:nvSpPr>
          <p:cNvPr id="7" name="Google Shape;7;p1"/>
          <p:cNvSpPr txBox="1"/>
          <p:nvPr>
            <p:ph idx="1" type="body"/>
          </p:nvPr>
        </p:nvSpPr>
        <p:spPr>
          <a:xfrm>
            <a:off x="536575" y="2676025"/>
            <a:ext cx="5275500" cy="2201100"/>
          </a:xfrm>
          <a:prstGeom prst="rect">
            <a:avLst/>
          </a:prstGeom>
          <a:noFill/>
          <a:ln>
            <a:noFill/>
          </a:ln>
        </p:spPr>
        <p:txBody>
          <a:bodyPr anchorCtr="0" anchor="t" bIns="91425" lIns="91425" spcFirstLastPara="1" rIns="91425" wrap="square" tIns="91425">
            <a:noAutofit/>
          </a:bodyPr>
          <a:lstStyle>
            <a:lvl1pPr indent="-323850" lvl="0" marL="457200">
              <a:spcBef>
                <a:spcPts val="0"/>
              </a:spcBef>
              <a:spcAft>
                <a:spcPts val="0"/>
              </a:spcAft>
              <a:buClr>
                <a:schemeClr val="dk1"/>
              </a:buClr>
              <a:buSzPts val="1500"/>
              <a:buFont typeface="Barlow Light"/>
              <a:buChar char="●"/>
              <a:defRPr sz="1500">
                <a:solidFill>
                  <a:schemeClr val="dk1"/>
                </a:solidFill>
                <a:latin typeface="Barlow Light"/>
                <a:ea typeface="Barlow Light"/>
                <a:cs typeface="Barlow Light"/>
                <a:sym typeface="Barlow Light"/>
              </a:defRPr>
            </a:lvl1pPr>
            <a:lvl2pPr indent="-317500" lvl="1" marL="914400">
              <a:spcBef>
                <a:spcPts val="0"/>
              </a:spcBef>
              <a:spcAft>
                <a:spcPts val="0"/>
              </a:spcAft>
              <a:buClr>
                <a:schemeClr val="dk1"/>
              </a:buClr>
              <a:buSzPts val="1400"/>
              <a:buFont typeface="Barlow Light"/>
              <a:buChar char="○"/>
              <a:defRPr>
                <a:solidFill>
                  <a:schemeClr val="dk1"/>
                </a:solidFill>
                <a:latin typeface="Barlow Light"/>
                <a:ea typeface="Barlow Light"/>
                <a:cs typeface="Barlow Light"/>
                <a:sym typeface="Barlow Light"/>
              </a:defRPr>
            </a:lvl2pPr>
            <a:lvl3pPr indent="-311150" lvl="2" marL="1371600">
              <a:spcBef>
                <a:spcPts val="0"/>
              </a:spcBef>
              <a:spcAft>
                <a:spcPts val="0"/>
              </a:spcAft>
              <a:buClr>
                <a:schemeClr val="dk1"/>
              </a:buClr>
              <a:buSzPts val="1300"/>
              <a:buFont typeface="Barlow Light"/>
              <a:buChar char="■"/>
              <a:defRPr sz="1300">
                <a:solidFill>
                  <a:schemeClr val="dk1"/>
                </a:solidFill>
                <a:latin typeface="Barlow Light"/>
                <a:ea typeface="Barlow Light"/>
                <a:cs typeface="Barlow Light"/>
                <a:sym typeface="Barlow Light"/>
              </a:defRPr>
            </a:lvl3pPr>
            <a:lvl4pPr indent="-304800" lvl="3" marL="1828800">
              <a:spcBef>
                <a:spcPts val="0"/>
              </a:spcBef>
              <a:spcAft>
                <a:spcPts val="0"/>
              </a:spcAft>
              <a:buClr>
                <a:schemeClr val="dk1"/>
              </a:buClr>
              <a:buSzPts val="1200"/>
              <a:buFont typeface="Barlow Light"/>
              <a:buChar char="●"/>
              <a:defRPr sz="1200">
                <a:solidFill>
                  <a:schemeClr val="dk1"/>
                </a:solidFill>
                <a:latin typeface="Barlow Light"/>
                <a:ea typeface="Barlow Light"/>
                <a:cs typeface="Barlow Light"/>
                <a:sym typeface="Barlow Light"/>
              </a:defRPr>
            </a:lvl4pPr>
            <a:lvl5pPr indent="-298450" lvl="4" marL="2286000">
              <a:spcBef>
                <a:spcPts val="0"/>
              </a:spcBef>
              <a:spcAft>
                <a:spcPts val="0"/>
              </a:spcAft>
              <a:buClr>
                <a:schemeClr val="dk1"/>
              </a:buClr>
              <a:buSzPts val="1100"/>
              <a:buFont typeface="Barlow Light"/>
              <a:buChar char="○"/>
              <a:defRPr sz="1100">
                <a:solidFill>
                  <a:schemeClr val="dk1"/>
                </a:solidFill>
                <a:latin typeface="Barlow Light"/>
                <a:ea typeface="Barlow Light"/>
                <a:cs typeface="Barlow Light"/>
                <a:sym typeface="Barlow Light"/>
              </a:defRPr>
            </a:lvl5pPr>
            <a:lvl6pPr indent="-292100" lvl="5" marL="2743200">
              <a:spcBef>
                <a:spcPts val="0"/>
              </a:spcBef>
              <a:spcAft>
                <a:spcPts val="0"/>
              </a:spcAft>
              <a:buClr>
                <a:schemeClr val="dk1"/>
              </a:buClr>
              <a:buSzPts val="1000"/>
              <a:buFont typeface="Barlow Light"/>
              <a:buChar char="■"/>
              <a:defRPr sz="1000">
                <a:solidFill>
                  <a:schemeClr val="dk1"/>
                </a:solidFill>
                <a:latin typeface="Barlow Light"/>
                <a:ea typeface="Barlow Light"/>
                <a:cs typeface="Barlow Light"/>
                <a:sym typeface="Barlow Light"/>
              </a:defRPr>
            </a:lvl6pPr>
            <a:lvl7pPr indent="-285750" lvl="6" marL="3200400">
              <a:spcBef>
                <a:spcPts val="0"/>
              </a:spcBef>
              <a:spcAft>
                <a:spcPts val="0"/>
              </a:spcAft>
              <a:buClr>
                <a:schemeClr val="dk1"/>
              </a:buClr>
              <a:buSzPts val="900"/>
              <a:buFont typeface="Barlow Light"/>
              <a:buChar char="●"/>
              <a:defRPr sz="900">
                <a:solidFill>
                  <a:schemeClr val="dk1"/>
                </a:solidFill>
                <a:latin typeface="Barlow Light"/>
                <a:ea typeface="Barlow Light"/>
                <a:cs typeface="Barlow Light"/>
                <a:sym typeface="Barlow Light"/>
              </a:defRPr>
            </a:lvl7pPr>
            <a:lvl8pPr indent="-279400" lvl="7" marL="3657600">
              <a:spcBef>
                <a:spcPts val="0"/>
              </a:spcBef>
              <a:spcAft>
                <a:spcPts val="0"/>
              </a:spcAft>
              <a:buClr>
                <a:schemeClr val="dk1"/>
              </a:buClr>
              <a:buSzPts val="800"/>
              <a:buFont typeface="Barlow Light"/>
              <a:buChar char="○"/>
              <a:defRPr sz="800">
                <a:solidFill>
                  <a:schemeClr val="dk1"/>
                </a:solidFill>
                <a:latin typeface="Barlow Light"/>
                <a:ea typeface="Barlow Light"/>
                <a:cs typeface="Barlow Light"/>
                <a:sym typeface="Barlow Light"/>
              </a:defRPr>
            </a:lvl8pPr>
            <a:lvl9pPr indent="-273050" lvl="8" marL="4114800">
              <a:spcBef>
                <a:spcPts val="0"/>
              </a:spcBef>
              <a:spcAft>
                <a:spcPts val="0"/>
              </a:spcAft>
              <a:buClr>
                <a:schemeClr val="dk1"/>
              </a:buClr>
              <a:buSzPts val="700"/>
              <a:buFont typeface="Barlow Light"/>
              <a:buChar char="■"/>
              <a:defRPr sz="8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Barlow Light"/>
                <a:ea typeface="Barlow Light"/>
                <a:cs typeface="Barlow Light"/>
                <a:sym typeface="Barlow Light"/>
              </a:defRPr>
            </a:lvl1pPr>
            <a:lvl2pPr lvl="1" algn="r">
              <a:buNone/>
              <a:defRPr sz="1300">
                <a:solidFill>
                  <a:schemeClr val="dk1"/>
                </a:solidFill>
                <a:latin typeface="Barlow Light"/>
                <a:ea typeface="Barlow Light"/>
                <a:cs typeface="Barlow Light"/>
                <a:sym typeface="Barlow Light"/>
              </a:defRPr>
            </a:lvl2pPr>
            <a:lvl3pPr lvl="2" algn="r">
              <a:buNone/>
              <a:defRPr sz="1300">
                <a:solidFill>
                  <a:schemeClr val="dk1"/>
                </a:solidFill>
                <a:latin typeface="Barlow Light"/>
                <a:ea typeface="Barlow Light"/>
                <a:cs typeface="Barlow Light"/>
                <a:sym typeface="Barlow Light"/>
              </a:defRPr>
            </a:lvl3pPr>
            <a:lvl4pPr lvl="3" algn="r">
              <a:buNone/>
              <a:defRPr sz="1300">
                <a:solidFill>
                  <a:schemeClr val="dk1"/>
                </a:solidFill>
                <a:latin typeface="Barlow Light"/>
                <a:ea typeface="Barlow Light"/>
                <a:cs typeface="Barlow Light"/>
                <a:sym typeface="Barlow Light"/>
              </a:defRPr>
            </a:lvl4pPr>
            <a:lvl5pPr lvl="4" algn="r">
              <a:buNone/>
              <a:defRPr sz="1300">
                <a:solidFill>
                  <a:schemeClr val="dk1"/>
                </a:solidFill>
                <a:latin typeface="Barlow Light"/>
                <a:ea typeface="Barlow Light"/>
                <a:cs typeface="Barlow Light"/>
                <a:sym typeface="Barlow Light"/>
              </a:defRPr>
            </a:lvl5pPr>
            <a:lvl6pPr lvl="5" algn="r">
              <a:buNone/>
              <a:defRPr sz="1300">
                <a:solidFill>
                  <a:schemeClr val="dk1"/>
                </a:solidFill>
                <a:latin typeface="Barlow Light"/>
                <a:ea typeface="Barlow Light"/>
                <a:cs typeface="Barlow Light"/>
                <a:sym typeface="Barlow Light"/>
              </a:defRPr>
            </a:lvl6pPr>
            <a:lvl7pPr lvl="6" algn="r">
              <a:buNone/>
              <a:defRPr sz="1300">
                <a:solidFill>
                  <a:schemeClr val="dk1"/>
                </a:solidFill>
                <a:latin typeface="Barlow Light"/>
                <a:ea typeface="Barlow Light"/>
                <a:cs typeface="Barlow Light"/>
                <a:sym typeface="Barlow Light"/>
              </a:defRPr>
            </a:lvl7pPr>
            <a:lvl8pPr lvl="7" algn="r">
              <a:buNone/>
              <a:defRPr sz="1300">
                <a:solidFill>
                  <a:schemeClr val="dk1"/>
                </a:solidFill>
                <a:latin typeface="Barlow Light"/>
                <a:ea typeface="Barlow Light"/>
                <a:cs typeface="Barlow Light"/>
                <a:sym typeface="Barlow Light"/>
              </a:defRPr>
            </a:lvl8pPr>
            <a:lvl9pPr lvl="8" algn="r">
              <a:buNone/>
              <a:defRPr sz="1300">
                <a:solidFill>
                  <a:schemeClr val="dk1"/>
                </a:solidFill>
                <a:latin typeface="Barlow Light"/>
                <a:ea typeface="Barlow Light"/>
                <a:cs typeface="Barlow Light"/>
                <a:sym typeface="Barlow Ligh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322" name="Shape 322"/>
        <p:cNvGrpSpPr/>
        <p:nvPr/>
      </p:nvGrpSpPr>
      <p:grpSpPr>
        <a:xfrm>
          <a:off x="0" y="0"/>
          <a:ext cx="0" cy="0"/>
          <a:chOff x="0" y="0"/>
          <a:chExt cx="0" cy="0"/>
        </a:xfrm>
      </p:grpSpPr>
      <p:sp>
        <p:nvSpPr>
          <p:cNvPr id="323" name="Google Shape;323;p47"/>
          <p:cNvSpPr txBox="1"/>
          <p:nvPr>
            <p:ph type="title"/>
          </p:nvPr>
        </p:nvSpPr>
        <p:spPr>
          <a:xfrm>
            <a:off x="257100" y="149200"/>
            <a:ext cx="8629800" cy="895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5600"/>
              <a:buFont typeface="Archivo ExtraBold"/>
              <a:buNone/>
              <a:defRPr sz="5600">
                <a:solidFill>
                  <a:schemeClr val="dk1"/>
                </a:solidFill>
                <a:latin typeface="Archivo ExtraBold"/>
                <a:ea typeface="Archivo ExtraBold"/>
                <a:cs typeface="Archivo ExtraBold"/>
                <a:sym typeface="Archivo ExtraBold"/>
              </a:defRPr>
            </a:lvl1pPr>
            <a:lvl2pPr lvl="1">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2pPr>
            <a:lvl3pPr lvl="2">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3pPr>
            <a:lvl4pPr lvl="3">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4pPr>
            <a:lvl5pPr lvl="4">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5pPr>
            <a:lvl6pPr lvl="5">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6pPr>
            <a:lvl7pPr lvl="6">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7pPr>
            <a:lvl8pPr lvl="7">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8pPr>
            <a:lvl9pPr lvl="8">
              <a:spcBef>
                <a:spcPts val="0"/>
              </a:spcBef>
              <a:spcAft>
                <a:spcPts val="0"/>
              </a:spcAft>
              <a:buClr>
                <a:schemeClr val="dk1"/>
              </a:buClr>
              <a:buSzPts val="1400"/>
              <a:buFont typeface="Archivo"/>
              <a:buNone/>
              <a:defRPr>
                <a:solidFill>
                  <a:schemeClr val="dk1"/>
                </a:solidFill>
                <a:latin typeface="Archivo"/>
                <a:ea typeface="Archivo"/>
                <a:cs typeface="Archivo"/>
                <a:sym typeface="Archivo"/>
              </a:defRPr>
            </a:lvl9pPr>
          </a:lstStyle>
          <a:p/>
        </p:txBody>
      </p:sp>
      <p:sp>
        <p:nvSpPr>
          <p:cNvPr id="324" name="Google Shape;324;p47"/>
          <p:cNvSpPr txBox="1"/>
          <p:nvPr>
            <p:ph idx="1" type="body"/>
          </p:nvPr>
        </p:nvSpPr>
        <p:spPr>
          <a:xfrm>
            <a:off x="367225" y="3878850"/>
            <a:ext cx="8469300" cy="906600"/>
          </a:xfrm>
          <a:prstGeom prst="rect">
            <a:avLst/>
          </a:prstGeom>
          <a:noFill/>
          <a:ln>
            <a:noFill/>
          </a:ln>
        </p:spPr>
        <p:txBody>
          <a:bodyPr anchorCtr="0" anchor="t" bIns="91425" lIns="91425" spcFirstLastPara="1" rIns="91425" wrap="square" tIns="91425">
            <a:noAutofit/>
          </a:bodyPr>
          <a:lstStyle>
            <a:lvl1pPr indent="-330200" lvl="0" marL="457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1pPr>
            <a:lvl2pPr indent="-330200" lvl="1" marL="9144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2pPr>
            <a:lvl3pPr indent="-330200" lvl="2" marL="13716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3pPr>
            <a:lvl4pPr indent="-330200" lvl="3" marL="18288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4pPr>
            <a:lvl5pPr indent="-330200" lvl="4" marL="22860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5pPr>
            <a:lvl6pPr indent="-330200" lvl="5" marL="27432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6pPr>
            <a:lvl7pPr indent="-330200" lvl="6" marL="32004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7pPr>
            <a:lvl8pPr indent="-330200" lvl="7" marL="36576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8pPr>
            <a:lvl9pPr indent="-330200" lvl="8" marL="4114800">
              <a:spcBef>
                <a:spcPts val="0"/>
              </a:spcBef>
              <a:spcAft>
                <a:spcPts val="0"/>
              </a:spcAft>
              <a:buClr>
                <a:schemeClr val="dk1"/>
              </a:buClr>
              <a:buSzPts val="1600"/>
              <a:buFont typeface="Archivo"/>
              <a:buChar char="■"/>
              <a:defRPr sz="1600">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46962"/>
          </p15:clr>
        </p15:guide>
        <p15:guide id="2" pos="288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860" name="Google Shape;860;p88"/>
          <p:cNvSpPr/>
          <p:nvPr/>
        </p:nvSpPr>
        <p:spPr>
          <a:xfrm rot="-803331">
            <a:off x="3763560" y="2620270"/>
            <a:ext cx="3709213" cy="1405316"/>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800">
                <a:solidFill>
                  <a:schemeClr val="accent1"/>
                </a:solidFill>
                <a:latin typeface="Archivo ExtraBold"/>
                <a:ea typeface="Archivo ExtraBold"/>
                <a:cs typeface="Archivo ExtraBold"/>
                <a:sym typeface="Archivo ExtraBold"/>
              </a:rPr>
              <a:t>Alprog 1</a:t>
            </a:r>
            <a:endParaRPr sz="5800">
              <a:solidFill>
                <a:schemeClr val="accent1"/>
              </a:solidFill>
              <a:latin typeface="Archivo ExtraBold"/>
              <a:ea typeface="Archivo ExtraBold"/>
              <a:cs typeface="Archivo ExtraBold"/>
              <a:sym typeface="Archivo ExtraBold"/>
            </a:endParaRPr>
          </a:p>
        </p:txBody>
      </p:sp>
      <p:sp>
        <p:nvSpPr>
          <p:cNvPr id="861" name="Google Shape;861;p88"/>
          <p:cNvSpPr/>
          <p:nvPr/>
        </p:nvSpPr>
        <p:spPr>
          <a:xfrm rot="335657">
            <a:off x="1617480" y="1033714"/>
            <a:ext cx="4176090" cy="1405304"/>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400">
                <a:solidFill>
                  <a:schemeClr val="accent1"/>
                </a:solidFill>
                <a:latin typeface="Archivo ExtraBold"/>
                <a:ea typeface="Archivo ExtraBold"/>
                <a:cs typeface="Archivo ExtraBold"/>
                <a:sym typeface="Archivo ExtraBold"/>
              </a:rPr>
              <a:t>Prak 0</a:t>
            </a:r>
            <a:endParaRPr sz="7400">
              <a:solidFill>
                <a:schemeClr val="accent1"/>
              </a:solidFill>
              <a:latin typeface="Archivo ExtraBold"/>
              <a:ea typeface="Archivo ExtraBold"/>
              <a:cs typeface="Archivo ExtraBold"/>
              <a:sym typeface="Archivo ExtraBold"/>
            </a:endParaRPr>
          </a:p>
        </p:txBody>
      </p:sp>
      <p:sp>
        <p:nvSpPr>
          <p:cNvPr id="862" name="Google Shape;862;p88"/>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‘23</a:t>
            </a:r>
            <a:endParaRPr sz="1600">
              <a:solidFill>
                <a:schemeClr val="accent2"/>
              </a:solidFill>
              <a:latin typeface="Archivo"/>
              <a:ea typeface="Archivo"/>
              <a:cs typeface="Archivo"/>
              <a:sym typeface="Archiv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9"/>
          <p:cNvSpPr txBox="1"/>
          <p:nvPr>
            <p:ph idx="12" type="sldNum"/>
          </p:nvPr>
        </p:nvSpPr>
        <p:spPr>
          <a:xfrm>
            <a:off x="8466033" y="467606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868" name="Google Shape;868;p89"/>
          <p:cNvSpPr txBox="1"/>
          <p:nvPr>
            <p:ph idx="1" type="subTitle"/>
          </p:nvPr>
        </p:nvSpPr>
        <p:spPr>
          <a:xfrm>
            <a:off x="2484275" y="264475"/>
            <a:ext cx="4175400" cy="634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000"/>
              <a:t>Daftar Kegiatan</a:t>
            </a:r>
            <a:endParaRPr sz="3000"/>
          </a:p>
        </p:txBody>
      </p:sp>
      <p:grpSp>
        <p:nvGrpSpPr>
          <p:cNvPr id="869" name="Google Shape;869;p89"/>
          <p:cNvGrpSpPr/>
          <p:nvPr/>
        </p:nvGrpSpPr>
        <p:grpSpPr>
          <a:xfrm>
            <a:off x="658050" y="1302425"/>
            <a:ext cx="700800" cy="700800"/>
            <a:chOff x="1059725" y="1185175"/>
            <a:chExt cx="700800" cy="700800"/>
          </a:xfrm>
        </p:grpSpPr>
        <p:sp>
          <p:nvSpPr>
            <p:cNvPr id="870" name="Google Shape;870;p89"/>
            <p:cNvSpPr/>
            <p:nvPr/>
          </p:nvSpPr>
          <p:spPr>
            <a:xfrm>
              <a:off x="1059725" y="1185175"/>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1" name="Google Shape;871;p89"/>
            <p:cNvSpPr txBox="1"/>
            <p:nvPr/>
          </p:nvSpPr>
          <p:spPr>
            <a:xfrm>
              <a:off x="1220525" y="1250875"/>
              <a:ext cx="379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latin typeface="Archivo"/>
                  <a:ea typeface="Archivo"/>
                  <a:cs typeface="Archivo"/>
                  <a:sym typeface="Archivo"/>
                </a:rPr>
                <a:t>1</a:t>
              </a:r>
              <a:endParaRPr b="1" sz="2500">
                <a:solidFill>
                  <a:schemeClr val="dk1"/>
                </a:solidFill>
                <a:latin typeface="Archivo"/>
                <a:ea typeface="Archivo"/>
                <a:cs typeface="Archivo"/>
                <a:sym typeface="Archivo"/>
              </a:endParaRPr>
            </a:p>
          </p:txBody>
        </p:sp>
      </p:grpSp>
      <p:grpSp>
        <p:nvGrpSpPr>
          <p:cNvPr id="872" name="Google Shape;872;p89"/>
          <p:cNvGrpSpPr/>
          <p:nvPr/>
        </p:nvGrpSpPr>
        <p:grpSpPr>
          <a:xfrm>
            <a:off x="658050" y="2221825"/>
            <a:ext cx="700800" cy="700800"/>
            <a:chOff x="1059725" y="1185175"/>
            <a:chExt cx="700800" cy="700800"/>
          </a:xfrm>
        </p:grpSpPr>
        <p:sp>
          <p:nvSpPr>
            <p:cNvPr id="873" name="Google Shape;873;p89"/>
            <p:cNvSpPr/>
            <p:nvPr/>
          </p:nvSpPr>
          <p:spPr>
            <a:xfrm>
              <a:off x="1059725" y="1185175"/>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4" name="Google Shape;874;p89"/>
            <p:cNvSpPr txBox="1"/>
            <p:nvPr/>
          </p:nvSpPr>
          <p:spPr>
            <a:xfrm>
              <a:off x="1220525" y="1250875"/>
              <a:ext cx="379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latin typeface="Archivo"/>
                  <a:ea typeface="Archivo"/>
                  <a:cs typeface="Archivo"/>
                  <a:sym typeface="Archivo"/>
                </a:rPr>
                <a:t>2</a:t>
              </a:r>
              <a:endParaRPr b="1" sz="2500">
                <a:solidFill>
                  <a:schemeClr val="dk1"/>
                </a:solidFill>
                <a:latin typeface="Archivo"/>
                <a:ea typeface="Archivo"/>
                <a:cs typeface="Archivo"/>
                <a:sym typeface="Archivo"/>
              </a:endParaRPr>
            </a:p>
          </p:txBody>
        </p:sp>
      </p:grpSp>
      <p:grpSp>
        <p:nvGrpSpPr>
          <p:cNvPr id="875" name="Google Shape;875;p89"/>
          <p:cNvGrpSpPr/>
          <p:nvPr/>
        </p:nvGrpSpPr>
        <p:grpSpPr>
          <a:xfrm>
            <a:off x="658050" y="3141225"/>
            <a:ext cx="700800" cy="700800"/>
            <a:chOff x="1059725" y="1185175"/>
            <a:chExt cx="700800" cy="700800"/>
          </a:xfrm>
        </p:grpSpPr>
        <p:sp>
          <p:nvSpPr>
            <p:cNvPr id="876" name="Google Shape;876;p89"/>
            <p:cNvSpPr/>
            <p:nvPr/>
          </p:nvSpPr>
          <p:spPr>
            <a:xfrm>
              <a:off x="1059725" y="1185175"/>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7" name="Google Shape;877;p89"/>
            <p:cNvSpPr txBox="1"/>
            <p:nvPr/>
          </p:nvSpPr>
          <p:spPr>
            <a:xfrm>
              <a:off x="1220525" y="1250875"/>
              <a:ext cx="379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latin typeface="Archivo"/>
                  <a:ea typeface="Archivo"/>
                  <a:cs typeface="Archivo"/>
                  <a:sym typeface="Archivo"/>
                </a:rPr>
                <a:t>3</a:t>
              </a:r>
              <a:endParaRPr b="1" sz="2500">
                <a:solidFill>
                  <a:schemeClr val="dk1"/>
                </a:solidFill>
                <a:latin typeface="Archivo"/>
                <a:ea typeface="Archivo"/>
                <a:cs typeface="Archivo"/>
                <a:sym typeface="Archivo"/>
              </a:endParaRPr>
            </a:p>
          </p:txBody>
        </p:sp>
      </p:grpSp>
      <p:grpSp>
        <p:nvGrpSpPr>
          <p:cNvPr id="878" name="Google Shape;878;p89"/>
          <p:cNvGrpSpPr/>
          <p:nvPr/>
        </p:nvGrpSpPr>
        <p:grpSpPr>
          <a:xfrm>
            <a:off x="4505950" y="1301475"/>
            <a:ext cx="700800" cy="700800"/>
            <a:chOff x="1059725" y="1185175"/>
            <a:chExt cx="700800" cy="700800"/>
          </a:xfrm>
        </p:grpSpPr>
        <p:sp>
          <p:nvSpPr>
            <p:cNvPr id="879" name="Google Shape;879;p89"/>
            <p:cNvSpPr/>
            <p:nvPr/>
          </p:nvSpPr>
          <p:spPr>
            <a:xfrm>
              <a:off x="1059725" y="1185175"/>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80" name="Google Shape;880;p89"/>
            <p:cNvSpPr txBox="1"/>
            <p:nvPr/>
          </p:nvSpPr>
          <p:spPr>
            <a:xfrm>
              <a:off x="1220525" y="1250875"/>
              <a:ext cx="379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latin typeface="Archivo"/>
                  <a:ea typeface="Archivo"/>
                  <a:cs typeface="Archivo"/>
                  <a:sym typeface="Archivo"/>
                </a:rPr>
                <a:t>4</a:t>
              </a:r>
              <a:endParaRPr b="1" sz="2500">
                <a:solidFill>
                  <a:schemeClr val="dk1"/>
                </a:solidFill>
                <a:latin typeface="Archivo"/>
                <a:ea typeface="Archivo"/>
                <a:cs typeface="Archivo"/>
                <a:sym typeface="Archivo"/>
              </a:endParaRPr>
            </a:p>
          </p:txBody>
        </p:sp>
      </p:grpSp>
      <p:sp>
        <p:nvSpPr>
          <p:cNvPr id="881" name="Google Shape;881;p89"/>
          <p:cNvSpPr txBox="1"/>
          <p:nvPr/>
        </p:nvSpPr>
        <p:spPr>
          <a:xfrm>
            <a:off x="1505950" y="1368125"/>
            <a:ext cx="3000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Archivo"/>
                <a:ea typeface="Archivo"/>
                <a:cs typeface="Archivo"/>
                <a:sym typeface="Archivo"/>
              </a:rPr>
              <a:t>Teknis Praktikum</a:t>
            </a:r>
            <a:endParaRPr/>
          </a:p>
        </p:txBody>
      </p:sp>
      <p:sp>
        <p:nvSpPr>
          <p:cNvPr id="882" name="Google Shape;882;p89"/>
          <p:cNvSpPr txBox="1"/>
          <p:nvPr/>
        </p:nvSpPr>
        <p:spPr>
          <a:xfrm>
            <a:off x="1505950" y="2287525"/>
            <a:ext cx="3000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Archivo"/>
                <a:ea typeface="Archivo"/>
                <a:cs typeface="Archivo"/>
                <a:sym typeface="Archivo"/>
              </a:rPr>
              <a:t>Olympia</a:t>
            </a:r>
            <a:endParaRPr/>
          </a:p>
        </p:txBody>
      </p:sp>
      <p:sp>
        <p:nvSpPr>
          <p:cNvPr id="883" name="Google Shape;883;p89"/>
          <p:cNvSpPr txBox="1"/>
          <p:nvPr/>
        </p:nvSpPr>
        <p:spPr>
          <a:xfrm>
            <a:off x="1505950" y="3206925"/>
            <a:ext cx="3000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Archivo"/>
                <a:ea typeface="Archivo"/>
                <a:cs typeface="Archivo"/>
                <a:sym typeface="Archivo"/>
              </a:rPr>
              <a:t>SOP</a:t>
            </a:r>
            <a:endParaRPr/>
          </a:p>
        </p:txBody>
      </p:sp>
      <p:sp>
        <p:nvSpPr>
          <p:cNvPr id="884" name="Google Shape;884;p89"/>
          <p:cNvSpPr txBox="1"/>
          <p:nvPr/>
        </p:nvSpPr>
        <p:spPr>
          <a:xfrm>
            <a:off x="5353850" y="1369075"/>
            <a:ext cx="3427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Archivo"/>
                <a:ea typeface="Archivo"/>
                <a:cs typeface="Archivo"/>
                <a:sym typeface="Archivo"/>
              </a:rPr>
              <a:t>FAQ</a:t>
            </a:r>
            <a:endParaRPr/>
          </a:p>
        </p:txBody>
      </p:sp>
      <p:grpSp>
        <p:nvGrpSpPr>
          <p:cNvPr id="885" name="Google Shape;885;p89"/>
          <p:cNvGrpSpPr/>
          <p:nvPr/>
        </p:nvGrpSpPr>
        <p:grpSpPr>
          <a:xfrm>
            <a:off x="4505950" y="2220875"/>
            <a:ext cx="700800" cy="700800"/>
            <a:chOff x="1059725" y="1185175"/>
            <a:chExt cx="700800" cy="700800"/>
          </a:xfrm>
        </p:grpSpPr>
        <p:sp>
          <p:nvSpPr>
            <p:cNvPr id="886" name="Google Shape;886;p89"/>
            <p:cNvSpPr/>
            <p:nvPr/>
          </p:nvSpPr>
          <p:spPr>
            <a:xfrm>
              <a:off x="1059725" y="1185175"/>
              <a:ext cx="700800" cy="700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87" name="Google Shape;887;p89"/>
            <p:cNvSpPr txBox="1"/>
            <p:nvPr/>
          </p:nvSpPr>
          <p:spPr>
            <a:xfrm>
              <a:off x="1220525" y="1250875"/>
              <a:ext cx="379200" cy="569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500">
                  <a:solidFill>
                    <a:schemeClr val="dk1"/>
                  </a:solidFill>
                  <a:latin typeface="Archivo"/>
                  <a:ea typeface="Archivo"/>
                  <a:cs typeface="Archivo"/>
                  <a:sym typeface="Archivo"/>
                </a:rPr>
                <a:t>5</a:t>
              </a:r>
              <a:endParaRPr b="1" sz="2500">
                <a:solidFill>
                  <a:schemeClr val="dk1"/>
                </a:solidFill>
                <a:latin typeface="Archivo"/>
                <a:ea typeface="Archivo"/>
                <a:cs typeface="Archivo"/>
                <a:sym typeface="Archivo"/>
              </a:endParaRPr>
            </a:p>
          </p:txBody>
        </p:sp>
      </p:grpSp>
      <p:sp>
        <p:nvSpPr>
          <p:cNvPr id="888" name="Google Shape;888;p89"/>
          <p:cNvSpPr txBox="1"/>
          <p:nvPr/>
        </p:nvSpPr>
        <p:spPr>
          <a:xfrm>
            <a:off x="5353850" y="2288475"/>
            <a:ext cx="3427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dk1"/>
                </a:solidFill>
                <a:latin typeface="Archivo"/>
                <a:ea typeface="Archivo"/>
                <a:cs typeface="Archivo"/>
                <a:sym typeface="Archivo"/>
              </a:rPr>
              <a:t>Uji Coba Praktikum</a:t>
            </a:r>
            <a:endParaRPr/>
          </a:p>
        </p:txBody>
      </p:sp>
      <p:sp>
        <p:nvSpPr>
          <p:cNvPr id="889" name="Google Shape;889;p89"/>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890" name="Google Shape;890;p89"/>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a:t>
            </a:r>
            <a:r>
              <a:rPr lang="en" sz="1600">
                <a:solidFill>
                  <a:schemeClr val="accent3"/>
                </a:solidFill>
                <a:latin typeface="Archivo"/>
                <a:ea typeface="Archivo"/>
                <a:cs typeface="Archivo"/>
                <a:sym typeface="Archivo"/>
              </a:rPr>
              <a:t>2</a:t>
            </a:r>
            <a:endParaRPr sz="1600">
              <a:solidFill>
                <a:schemeClr val="accent3"/>
              </a:solidFill>
              <a:latin typeface="Archivo"/>
              <a:ea typeface="Archivo"/>
              <a:cs typeface="Archivo"/>
              <a:sym typeface="Archiv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grpSp>
        <p:nvGrpSpPr>
          <p:cNvPr id="895" name="Google Shape;895;p90"/>
          <p:cNvGrpSpPr/>
          <p:nvPr/>
        </p:nvGrpSpPr>
        <p:grpSpPr>
          <a:xfrm>
            <a:off x="-216025" y="2997075"/>
            <a:ext cx="9618395" cy="481500"/>
            <a:chOff x="-216025" y="2997075"/>
            <a:chExt cx="9618395" cy="481500"/>
          </a:xfrm>
        </p:grpSpPr>
        <p:sp>
          <p:nvSpPr>
            <p:cNvPr id="896" name="Google Shape;896;p90"/>
            <p:cNvSpPr/>
            <p:nvPr/>
          </p:nvSpPr>
          <p:spPr>
            <a:xfrm>
              <a:off x="-21602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90"/>
            <p:cNvSpPr/>
            <p:nvPr/>
          </p:nvSpPr>
          <p:spPr>
            <a:xfrm>
              <a:off x="26486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8" name="Google Shape;898;p90"/>
            <p:cNvSpPr/>
            <p:nvPr/>
          </p:nvSpPr>
          <p:spPr>
            <a:xfrm>
              <a:off x="74575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9" name="Google Shape;899;p90"/>
            <p:cNvSpPr/>
            <p:nvPr/>
          </p:nvSpPr>
          <p:spPr>
            <a:xfrm>
              <a:off x="122664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0" name="Google Shape;900;p90"/>
            <p:cNvSpPr/>
            <p:nvPr/>
          </p:nvSpPr>
          <p:spPr>
            <a:xfrm>
              <a:off x="170753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1" name="Google Shape;901;p90"/>
            <p:cNvSpPr/>
            <p:nvPr/>
          </p:nvSpPr>
          <p:spPr>
            <a:xfrm>
              <a:off x="218842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2" name="Google Shape;902;p90"/>
            <p:cNvSpPr/>
            <p:nvPr/>
          </p:nvSpPr>
          <p:spPr>
            <a:xfrm>
              <a:off x="266931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3" name="Google Shape;903;p90"/>
            <p:cNvSpPr/>
            <p:nvPr/>
          </p:nvSpPr>
          <p:spPr>
            <a:xfrm>
              <a:off x="3150199"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4" name="Google Shape;904;p90"/>
            <p:cNvSpPr/>
            <p:nvPr/>
          </p:nvSpPr>
          <p:spPr>
            <a:xfrm>
              <a:off x="363108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5" name="Google Shape;905;p90"/>
            <p:cNvSpPr/>
            <p:nvPr/>
          </p:nvSpPr>
          <p:spPr>
            <a:xfrm>
              <a:off x="4111978"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6" name="Google Shape;906;p90"/>
            <p:cNvSpPr/>
            <p:nvPr/>
          </p:nvSpPr>
          <p:spPr>
            <a:xfrm>
              <a:off x="4592867"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7" name="Google Shape;907;p90"/>
            <p:cNvSpPr/>
            <p:nvPr/>
          </p:nvSpPr>
          <p:spPr>
            <a:xfrm>
              <a:off x="5073756"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8" name="Google Shape;908;p90"/>
            <p:cNvSpPr/>
            <p:nvPr/>
          </p:nvSpPr>
          <p:spPr>
            <a:xfrm>
              <a:off x="5554645"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9" name="Google Shape;909;p90"/>
            <p:cNvSpPr/>
            <p:nvPr/>
          </p:nvSpPr>
          <p:spPr>
            <a:xfrm>
              <a:off x="603553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0" name="Google Shape;910;p90"/>
            <p:cNvSpPr/>
            <p:nvPr/>
          </p:nvSpPr>
          <p:spPr>
            <a:xfrm>
              <a:off x="6516424"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90"/>
            <p:cNvSpPr/>
            <p:nvPr/>
          </p:nvSpPr>
          <p:spPr>
            <a:xfrm>
              <a:off x="6997313"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2" name="Google Shape;912;p90"/>
            <p:cNvSpPr/>
            <p:nvPr/>
          </p:nvSpPr>
          <p:spPr>
            <a:xfrm>
              <a:off x="7478202"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3" name="Google Shape;913;p90"/>
            <p:cNvSpPr/>
            <p:nvPr/>
          </p:nvSpPr>
          <p:spPr>
            <a:xfrm>
              <a:off x="7959091"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4" name="Google Shape;914;p90"/>
            <p:cNvSpPr/>
            <p:nvPr/>
          </p:nvSpPr>
          <p:spPr>
            <a:xfrm>
              <a:off x="843998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5" name="Google Shape;915;p90"/>
            <p:cNvSpPr/>
            <p:nvPr/>
          </p:nvSpPr>
          <p:spPr>
            <a:xfrm>
              <a:off x="8920870" y="2997075"/>
              <a:ext cx="481500" cy="4815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16" name="Google Shape;916;p90"/>
          <p:cNvSpPr/>
          <p:nvPr/>
        </p:nvSpPr>
        <p:spPr>
          <a:xfrm>
            <a:off x="-65875" y="3215650"/>
            <a:ext cx="9264900" cy="19827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7" name="Google Shape;917;p90"/>
          <p:cNvSpPr txBox="1"/>
          <p:nvPr>
            <p:ph idx="1" type="subTitle"/>
          </p:nvPr>
        </p:nvSpPr>
        <p:spPr>
          <a:xfrm>
            <a:off x="519475" y="3444100"/>
            <a:ext cx="2072100" cy="7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RULE #1</a:t>
            </a:r>
            <a:endParaRPr/>
          </a:p>
        </p:txBody>
      </p:sp>
      <p:sp>
        <p:nvSpPr>
          <p:cNvPr id="918" name="Google Shape;918;p90"/>
          <p:cNvSpPr txBox="1"/>
          <p:nvPr>
            <p:ph idx="2" type="subTitle"/>
          </p:nvPr>
        </p:nvSpPr>
        <p:spPr>
          <a:xfrm>
            <a:off x="2591659" y="3444100"/>
            <a:ext cx="2072100" cy="7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RULE #2</a:t>
            </a:r>
            <a:endParaRPr/>
          </a:p>
        </p:txBody>
      </p:sp>
      <p:sp>
        <p:nvSpPr>
          <p:cNvPr id="919" name="Google Shape;919;p90"/>
          <p:cNvSpPr txBox="1"/>
          <p:nvPr>
            <p:ph idx="3" type="subTitle"/>
          </p:nvPr>
        </p:nvSpPr>
        <p:spPr>
          <a:xfrm>
            <a:off x="4663842" y="3444100"/>
            <a:ext cx="2072100" cy="7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RULE #3</a:t>
            </a:r>
            <a:endParaRPr/>
          </a:p>
        </p:txBody>
      </p:sp>
      <p:sp>
        <p:nvSpPr>
          <p:cNvPr id="920" name="Google Shape;920;p90"/>
          <p:cNvSpPr txBox="1"/>
          <p:nvPr>
            <p:ph idx="4" type="subTitle"/>
          </p:nvPr>
        </p:nvSpPr>
        <p:spPr>
          <a:xfrm>
            <a:off x="6736037" y="3444100"/>
            <a:ext cx="1888500" cy="705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RULE #4</a:t>
            </a:r>
            <a:endParaRPr/>
          </a:p>
        </p:txBody>
      </p:sp>
      <p:sp>
        <p:nvSpPr>
          <p:cNvPr id="921" name="Google Shape;921;p90"/>
          <p:cNvSpPr txBox="1"/>
          <p:nvPr>
            <p:ph idx="5" type="body"/>
          </p:nvPr>
        </p:nvSpPr>
        <p:spPr>
          <a:xfrm>
            <a:off x="519450" y="3843300"/>
            <a:ext cx="1888500" cy="75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Lorem ipsum dolor sit amet, consectetur adipiscing elit.</a:t>
            </a:r>
            <a:endParaRPr/>
          </a:p>
          <a:p>
            <a:pPr indent="0" lvl="0" marL="0" rtl="0" algn="l">
              <a:spcBef>
                <a:spcPts val="0"/>
              </a:spcBef>
              <a:spcAft>
                <a:spcPts val="0"/>
              </a:spcAft>
              <a:buNone/>
            </a:pPr>
            <a:r>
              <a:t/>
            </a:r>
            <a:endParaRPr/>
          </a:p>
        </p:txBody>
      </p:sp>
      <p:sp>
        <p:nvSpPr>
          <p:cNvPr id="922" name="Google Shape;922;p90"/>
          <p:cNvSpPr txBox="1"/>
          <p:nvPr>
            <p:ph idx="6" type="body"/>
          </p:nvPr>
        </p:nvSpPr>
        <p:spPr>
          <a:xfrm>
            <a:off x="2591675" y="3843300"/>
            <a:ext cx="1888500" cy="7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Lorem ipsum dolor sit amet, consectetur adipiscing elit, sed do eiusmod tempor incididunt.</a:t>
            </a:r>
            <a:endParaRPr/>
          </a:p>
        </p:txBody>
      </p:sp>
      <p:sp>
        <p:nvSpPr>
          <p:cNvPr id="923" name="Google Shape;923;p90"/>
          <p:cNvSpPr txBox="1"/>
          <p:nvPr>
            <p:ph idx="7" type="body"/>
          </p:nvPr>
        </p:nvSpPr>
        <p:spPr>
          <a:xfrm>
            <a:off x="4663850" y="3843300"/>
            <a:ext cx="1888500" cy="757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t>Lorem ipsum dolor sit amet, consectetur adipiscing elit.</a:t>
            </a:r>
            <a:endParaRPr/>
          </a:p>
          <a:p>
            <a:pPr indent="0" lvl="0" marL="0" rtl="0" algn="l">
              <a:spcBef>
                <a:spcPts val="0"/>
              </a:spcBef>
              <a:spcAft>
                <a:spcPts val="0"/>
              </a:spcAft>
              <a:buNone/>
            </a:pPr>
            <a:r>
              <a:t/>
            </a:r>
            <a:endParaRPr/>
          </a:p>
        </p:txBody>
      </p:sp>
      <p:sp>
        <p:nvSpPr>
          <p:cNvPr id="924" name="Google Shape;924;p90"/>
          <p:cNvSpPr txBox="1"/>
          <p:nvPr>
            <p:ph idx="8" type="body"/>
          </p:nvPr>
        </p:nvSpPr>
        <p:spPr>
          <a:xfrm>
            <a:off x="6736025" y="3843300"/>
            <a:ext cx="1888500" cy="75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Lorem ipsum dolor sit amet, consectetur adipiscing elit, sed do eiusmod tempor incididunt.</a:t>
            </a:r>
            <a:endParaRPr/>
          </a:p>
        </p:txBody>
      </p:sp>
      <p:sp>
        <p:nvSpPr>
          <p:cNvPr id="925" name="Google Shape;925;p9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26" name="Google Shape;926;p90"/>
          <p:cNvSpPr/>
          <p:nvPr/>
        </p:nvSpPr>
        <p:spPr>
          <a:xfrm rot="-455460">
            <a:off x="3517226" y="1033676"/>
            <a:ext cx="1866760" cy="1112257"/>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1"/>
                </a:solidFill>
                <a:latin typeface="Archivo ExtraBold"/>
                <a:ea typeface="Archivo ExtraBold"/>
                <a:cs typeface="Archivo ExtraBold"/>
                <a:sym typeface="Archivo ExtraBold"/>
              </a:rPr>
              <a:t>TO</a:t>
            </a:r>
            <a:endParaRPr sz="5600">
              <a:solidFill>
                <a:schemeClr val="accent1"/>
              </a:solidFill>
              <a:latin typeface="Archivo ExtraBold"/>
              <a:ea typeface="Archivo ExtraBold"/>
              <a:cs typeface="Archivo ExtraBold"/>
              <a:sym typeface="Archivo ExtraBold"/>
            </a:endParaRPr>
          </a:p>
        </p:txBody>
      </p:sp>
      <p:sp>
        <p:nvSpPr>
          <p:cNvPr id="927" name="Google Shape;927;p90"/>
          <p:cNvSpPr/>
          <p:nvPr/>
        </p:nvSpPr>
        <p:spPr>
          <a:xfrm>
            <a:off x="776913" y="1101741"/>
            <a:ext cx="2595300" cy="111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2"/>
                </a:solidFill>
                <a:latin typeface="Archivo ExtraBold"/>
                <a:ea typeface="Archivo ExtraBold"/>
                <a:cs typeface="Archivo ExtraBold"/>
                <a:sym typeface="Archivo ExtraBold"/>
              </a:rPr>
              <a:t>HOW</a:t>
            </a:r>
            <a:endParaRPr sz="5600">
              <a:solidFill>
                <a:schemeClr val="accent2"/>
              </a:solidFill>
              <a:latin typeface="Archivo ExtraBold"/>
              <a:ea typeface="Archivo ExtraBold"/>
              <a:cs typeface="Archivo ExtraBold"/>
              <a:sym typeface="Archivo ExtraBold"/>
            </a:endParaRPr>
          </a:p>
        </p:txBody>
      </p:sp>
      <p:sp>
        <p:nvSpPr>
          <p:cNvPr id="928" name="Google Shape;928;p90"/>
          <p:cNvSpPr/>
          <p:nvPr/>
        </p:nvSpPr>
        <p:spPr>
          <a:xfrm rot="222574">
            <a:off x="5522502" y="1033774"/>
            <a:ext cx="2800668" cy="1112033"/>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dk1"/>
                </a:solidFill>
                <a:latin typeface="Archivo ExtraBold"/>
                <a:ea typeface="Archivo ExtraBold"/>
                <a:cs typeface="Archivo ExtraBold"/>
                <a:sym typeface="Archivo ExtraBold"/>
              </a:rPr>
              <a:t>Prak</a:t>
            </a:r>
            <a:endParaRPr sz="5600">
              <a:solidFill>
                <a:schemeClr val="dk1"/>
              </a:solidFill>
              <a:latin typeface="Archivo ExtraBold"/>
              <a:ea typeface="Archivo ExtraBold"/>
              <a:cs typeface="Archivo ExtraBold"/>
              <a:sym typeface="Archivo ExtraBold"/>
            </a:endParaRPr>
          </a:p>
        </p:txBody>
      </p:sp>
      <p:sp>
        <p:nvSpPr>
          <p:cNvPr id="929" name="Google Shape;929;p90"/>
          <p:cNvSpPr/>
          <p:nvPr/>
        </p:nvSpPr>
        <p:spPr>
          <a:xfrm rot="249385">
            <a:off x="3724184" y="2795698"/>
            <a:ext cx="1452821" cy="1112032"/>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lt1"/>
                </a:solidFill>
                <a:latin typeface="Archivo ExtraBold"/>
                <a:ea typeface="Archivo ExtraBold"/>
                <a:cs typeface="Archivo ExtraBold"/>
                <a:sym typeface="Archivo ExtraBold"/>
              </a:rPr>
              <a:t>1</a:t>
            </a:r>
            <a:endParaRPr sz="5600">
              <a:solidFill>
                <a:schemeClr val="lt1"/>
              </a:solidFill>
              <a:latin typeface="Archivo ExtraBold"/>
              <a:ea typeface="Archivo ExtraBold"/>
              <a:cs typeface="Archivo ExtraBold"/>
              <a:sym typeface="Archivo ExtraBold"/>
            </a:endParaRPr>
          </a:p>
        </p:txBody>
      </p:sp>
      <p:sp>
        <p:nvSpPr>
          <p:cNvPr id="930" name="Google Shape;930;p90"/>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a:t>
            </a:r>
            <a:r>
              <a:rPr lang="en" sz="1600">
                <a:solidFill>
                  <a:schemeClr val="accent2"/>
                </a:solidFill>
                <a:latin typeface="Archivo"/>
                <a:ea typeface="Archivo"/>
                <a:cs typeface="Archivo"/>
                <a:sym typeface="Archivo"/>
              </a:rPr>
              <a:t>2</a:t>
            </a:r>
            <a:endParaRPr sz="1600">
              <a:solidFill>
                <a:schemeClr val="accent2"/>
              </a:solidFill>
              <a:latin typeface="Archivo"/>
              <a:ea typeface="Archivo"/>
              <a:cs typeface="Archivo"/>
              <a:sym typeface="Archiv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36" name="Google Shape;936;p91"/>
          <p:cNvSpPr txBox="1"/>
          <p:nvPr>
            <p:ph type="title"/>
          </p:nvPr>
        </p:nvSpPr>
        <p:spPr>
          <a:xfrm>
            <a:off x="1081200" y="1887600"/>
            <a:ext cx="6981600" cy="616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Peserta Praktikum dapat mengerjakan soal praktikum dalam waktu yang telah ditentukan.</a:t>
            </a:r>
            <a:endParaRPr sz="2000"/>
          </a:p>
          <a:p>
            <a:pPr indent="-355600" lvl="0" marL="457200" rtl="0" algn="l">
              <a:spcBef>
                <a:spcPts val="0"/>
              </a:spcBef>
              <a:spcAft>
                <a:spcPts val="0"/>
              </a:spcAft>
              <a:buSzPts val="2000"/>
              <a:buChar char="●"/>
            </a:pPr>
            <a:r>
              <a:rPr lang="en" sz="2000"/>
              <a:t>Peserta Praktikum dipersilakan untuk membuka materi dari edunex.</a:t>
            </a:r>
            <a:endParaRPr sz="2000"/>
          </a:p>
          <a:p>
            <a:pPr indent="-355600" lvl="0" marL="457200" rtl="0" algn="l">
              <a:spcBef>
                <a:spcPts val="0"/>
              </a:spcBef>
              <a:spcAft>
                <a:spcPts val="0"/>
              </a:spcAft>
              <a:buSzPts val="2000"/>
              <a:buChar char="●"/>
            </a:pPr>
            <a:r>
              <a:rPr lang="en" sz="2000"/>
              <a:t>Peserta Praktikum diharapkan login ke akun olympia 15 menit sebelum sesi dimulai untuk menghindari kendala login.</a:t>
            </a:r>
            <a:endParaRPr sz="2000"/>
          </a:p>
        </p:txBody>
      </p:sp>
      <p:sp>
        <p:nvSpPr>
          <p:cNvPr id="937" name="Google Shape;937;p91"/>
          <p:cNvSpPr/>
          <p:nvPr/>
        </p:nvSpPr>
        <p:spPr>
          <a:xfrm>
            <a:off x="1892775" y="644300"/>
            <a:ext cx="5358600" cy="797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Archivo"/>
                <a:ea typeface="Archivo"/>
                <a:cs typeface="Archivo"/>
                <a:sym typeface="Archivo"/>
              </a:rPr>
              <a:t>General</a:t>
            </a:r>
            <a:endParaRPr sz="4100">
              <a:solidFill>
                <a:schemeClr val="dk1"/>
              </a:solidFill>
              <a:latin typeface="Archivo"/>
              <a:ea typeface="Archivo"/>
              <a:cs typeface="Archivo"/>
              <a:sym typeface="Archivo"/>
            </a:endParaRPr>
          </a:p>
        </p:txBody>
      </p:sp>
      <p:sp>
        <p:nvSpPr>
          <p:cNvPr id="938" name="Google Shape;938;p91"/>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39" name="Google Shape;939;p91"/>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a:t>
            </a:r>
            <a:r>
              <a:rPr lang="en" sz="1600">
                <a:solidFill>
                  <a:schemeClr val="accent3"/>
                </a:solidFill>
                <a:latin typeface="Archivo"/>
                <a:ea typeface="Archivo"/>
                <a:cs typeface="Archivo"/>
                <a:sym typeface="Archivo"/>
              </a:rPr>
              <a:t>2</a:t>
            </a:r>
            <a:endParaRPr sz="1600">
              <a:solidFill>
                <a:schemeClr val="accent3"/>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9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45" name="Google Shape;945;p92"/>
          <p:cNvSpPr txBox="1"/>
          <p:nvPr>
            <p:ph type="title"/>
          </p:nvPr>
        </p:nvSpPr>
        <p:spPr>
          <a:xfrm>
            <a:off x="1081200" y="1887600"/>
            <a:ext cx="6981600" cy="616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Peserta Praktikum yang ingin mengerjakan ulang soal praktikum diperkenankan untuk mengerjakan soal post-praktikum.</a:t>
            </a:r>
            <a:endParaRPr sz="2000"/>
          </a:p>
          <a:p>
            <a:pPr indent="-355600" lvl="0" marL="457200" rtl="0" algn="l">
              <a:spcBef>
                <a:spcPts val="0"/>
              </a:spcBef>
              <a:spcAft>
                <a:spcPts val="0"/>
              </a:spcAft>
              <a:buSzPts val="2000"/>
              <a:buChar char="●"/>
            </a:pPr>
            <a:r>
              <a:rPr lang="en" sz="2000"/>
              <a:t>Post-praktikum akan dibuka diakhir minggu dan dapat dikerjakan dalam jangka waktu 1 minggu.</a:t>
            </a:r>
            <a:endParaRPr sz="2000"/>
          </a:p>
          <a:p>
            <a:pPr indent="-355600" lvl="0" marL="457200" rtl="0" algn="l">
              <a:spcBef>
                <a:spcPts val="0"/>
              </a:spcBef>
              <a:spcAft>
                <a:spcPts val="0"/>
              </a:spcAft>
              <a:buSzPts val="2000"/>
              <a:buChar char="●"/>
            </a:pPr>
            <a:r>
              <a:rPr lang="en" sz="2000"/>
              <a:t>Responsi praktikum tidak akan berupa pembahasan soal praktikum, melainkan berupa fasilitas forum tanya jawab antar peserta dan asisten.</a:t>
            </a:r>
            <a:endParaRPr sz="2000"/>
          </a:p>
        </p:txBody>
      </p:sp>
      <p:sp>
        <p:nvSpPr>
          <p:cNvPr id="946" name="Google Shape;946;p92"/>
          <p:cNvSpPr/>
          <p:nvPr/>
        </p:nvSpPr>
        <p:spPr>
          <a:xfrm>
            <a:off x="1892775" y="644300"/>
            <a:ext cx="5358600" cy="797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Archivo"/>
                <a:ea typeface="Archivo"/>
                <a:cs typeface="Archivo"/>
                <a:sym typeface="Archivo"/>
              </a:rPr>
              <a:t>Responsi</a:t>
            </a:r>
            <a:endParaRPr sz="4100">
              <a:solidFill>
                <a:schemeClr val="dk1"/>
              </a:solidFill>
              <a:latin typeface="Archivo"/>
              <a:ea typeface="Archivo"/>
              <a:cs typeface="Archivo"/>
              <a:sym typeface="Archivo"/>
            </a:endParaRPr>
          </a:p>
        </p:txBody>
      </p:sp>
      <p:sp>
        <p:nvSpPr>
          <p:cNvPr id="947" name="Google Shape;947;p92"/>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48" name="Google Shape;948;p92"/>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a:t>
            </a:r>
            <a:r>
              <a:rPr lang="en" sz="1600">
                <a:solidFill>
                  <a:schemeClr val="accent3"/>
                </a:solidFill>
                <a:latin typeface="Archivo"/>
                <a:ea typeface="Archivo"/>
                <a:cs typeface="Archivo"/>
                <a:sym typeface="Archivo"/>
              </a:rPr>
              <a:t>2</a:t>
            </a:r>
            <a:endParaRPr sz="1600">
              <a:solidFill>
                <a:schemeClr val="accent3"/>
              </a:solidFill>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9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54" name="Google Shape;954;p93"/>
          <p:cNvSpPr/>
          <p:nvPr/>
        </p:nvSpPr>
        <p:spPr>
          <a:xfrm>
            <a:off x="1892775" y="644300"/>
            <a:ext cx="5358600" cy="797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Archivo"/>
                <a:ea typeface="Archivo"/>
                <a:cs typeface="Archivo"/>
                <a:sym typeface="Archivo"/>
              </a:rPr>
              <a:t>RUN</a:t>
            </a:r>
            <a:endParaRPr sz="4100">
              <a:solidFill>
                <a:schemeClr val="dk1"/>
              </a:solidFill>
              <a:latin typeface="Archivo"/>
              <a:ea typeface="Archivo"/>
              <a:cs typeface="Archivo"/>
              <a:sym typeface="Archivo"/>
            </a:endParaRPr>
          </a:p>
        </p:txBody>
      </p:sp>
      <p:sp>
        <p:nvSpPr>
          <p:cNvPr id="955" name="Google Shape;955;p93"/>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56" name="Google Shape;956;p93"/>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a:t>
            </a:r>
            <a:r>
              <a:rPr lang="en" sz="1600">
                <a:solidFill>
                  <a:schemeClr val="accent3"/>
                </a:solidFill>
                <a:latin typeface="Archivo"/>
                <a:ea typeface="Archivo"/>
                <a:cs typeface="Archivo"/>
                <a:sym typeface="Archivo"/>
              </a:rPr>
              <a:t>2</a:t>
            </a:r>
            <a:endParaRPr sz="1600">
              <a:solidFill>
                <a:schemeClr val="accent3"/>
              </a:solidFill>
              <a:latin typeface="Archivo"/>
              <a:ea typeface="Archivo"/>
              <a:cs typeface="Archivo"/>
              <a:sym typeface="Archivo"/>
            </a:endParaRPr>
          </a:p>
        </p:txBody>
      </p:sp>
      <p:pic>
        <p:nvPicPr>
          <p:cNvPr id="957" name="Google Shape;957;p93"/>
          <p:cNvPicPr preferRelativeResize="0"/>
          <p:nvPr/>
        </p:nvPicPr>
        <p:blipFill>
          <a:blip r:embed="rId3">
            <a:alphaModFix/>
          </a:blip>
          <a:stretch>
            <a:fillRect/>
          </a:stretch>
        </p:blipFill>
        <p:spPr>
          <a:xfrm>
            <a:off x="2790825" y="1929350"/>
            <a:ext cx="3562350" cy="2657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63" name="Google Shape;963;p94"/>
          <p:cNvSpPr/>
          <p:nvPr/>
        </p:nvSpPr>
        <p:spPr>
          <a:xfrm>
            <a:off x="1892775" y="644300"/>
            <a:ext cx="5358600" cy="797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Archivo"/>
                <a:ea typeface="Archivo"/>
                <a:cs typeface="Archivo"/>
                <a:sym typeface="Archivo"/>
              </a:rPr>
              <a:t>CHECK</a:t>
            </a:r>
            <a:endParaRPr sz="4100">
              <a:solidFill>
                <a:schemeClr val="dk1"/>
              </a:solidFill>
              <a:latin typeface="Archivo"/>
              <a:ea typeface="Archivo"/>
              <a:cs typeface="Archivo"/>
              <a:sym typeface="Archivo"/>
            </a:endParaRPr>
          </a:p>
        </p:txBody>
      </p:sp>
      <p:sp>
        <p:nvSpPr>
          <p:cNvPr id="964" name="Google Shape;964;p94"/>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65" name="Google Shape;965;p94"/>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pic>
        <p:nvPicPr>
          <p:cNvPr id="966" name="Google Shape;966;p94"/>
          <p:cNvPicPr preferRelativeResize="0"/>
          <p:nvPr/>
        </p:nvPicPr>
        <p:blipFill rotWithShape="1">
          <a:blip r:embed="rId3">
            <a:alphaModFix/>
          </a:blip>
          <a:srcRect b="1450" l="-1870" r="1870" t="-1450"/>
          <a:stretch/>
        </p:blipFill>
        <p:spPr>
          <a:xfrm>
            <a:off x="2598649" y="1559200"/>
            <a:ext cx="3946700" cy="3395725"/>
          </a:xfrm>
          <a:prstGeom prst="rect">
            <a:avLst/>
          </a:prstGeom>
          <a:noFill/>
          <a:ln>
            <a:noFill/>
          </a:ln>
        </p:spPr>
      </p:pic>
      <p:sp>
        <p:nvSpPr>
          <p:cNvPr id="967" name="Google Shape;967;p94"/>
          <p:cNvSpPr txBox="1"/>
          <p:nvPr/>
        </p:nvSpPr>
        <p:spPr>
          <a:xfrm>
            <a:off x="6724050" y="2344613"/>
            <a:ext cx="2077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Archivo"/>
                <a:ea typeface="Archivo"/>
                <a:cs typeface="Archivo"/>
                <a:sym typeface="Archivo"/>
              </a:rPr>
              <a:t>Pastikan anda melakukan </a:t>
            </a:r>
            <a:r>
              <a:rPr b="1" lang="en" sz="1600">
                <a:solidFill>
                  <a:schemeClr val="dk1"/>
                </a:solidFill>
                <a:latin typeface="Archivo"/>
                <a:ea typeface="Archivo"/>
                <a:cs typeface="Archivo"/>
                <a:sym typeface="Archivo"/>
              </a:rPr>
              <a:t>CHECK</a:t>
            </a:r>
            <a:r>
              <a:rPr lang="en" sz="1600">
                <a:solidFill>
                  <a:schemeClr val="dk1"/>
                </a:solidFill>
                <a:latin typeface="Archivo"/>
                <a:ea typeface="Archivo"/>
                <a:cs typeface="Archivo"/>
                <a:sym typeface="Archivo"/>
              </a:rPr>
              <a:t> setelah upload jawaban untuk mendapatkan nilai!</a:t>
            </a:r>
            <a:endParaRPr sz="1600">
              <a:solidFill>
                <a:schemeClr val="dk1"/>
              </a:solidFill>
              <a:latin typeface="Archivo"/>
              <a:ea typeface="Archivo"/>
              <a:cs typeface="Archivo"/>
              <a:sym typeface="Archiv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9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73" name="Google Shape;973;p95"/>
          <p:cNvSpPr txBox="1"/>
          <p:nvPr>
            <p:ph type="title"/>
          </p:nvPr>
        </p:nvSpPr>
        <p:spPr>
          <a:xfrm>
            <a:off x="1081200" y="1887600"/>
            <a:ext cx="6981600" cy="6162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Selalu lakukan submit jawaban setiap kali selesai mengerjakan 1 nomor. JANGAN SUBMIT SEMUA JAWABAN DI AKHIR SESI PRAKTIKUM!</a:t>
            </a:r>
            <a:endParaRPr sz="2000"/>
          </a:p>
          <a:p>
            <a:pPr indent="-355600" lvl="0" marL="457200" rtl="0" algn="l">
              <a:spcBef>
                <a:spcPts val="0"/>
              </a:spcBef>
              <a:spcAft>
                <a:spcPts val="0"/>
              </a:spcAft>
              <a:buSzPts val="2000"/>
              <a:buChar char="●"/>
            </a:pPr>
            <a:r>
              <a:rPr lang="en" sz="2000"/>
              <a:t>Selalu lakukan </a:t>
            </a:r>
            <a:r>
              <a:rPr b="1" lang="en" sz="2000">
                <a:latin typeface="Archivo"/>
                <a:ea typeface="Archivo"/>
                <a:cs typeface="Archivo"/>
                <a:sym typeface="Archivo"/>
              </a:rPr>
              <a:t>RUN </a:t>
            </a:r>
            <a:r>
              <a:rPr lang="en" sz="2000"/>
              <a:t>sebelum melakukan </a:t>
            </a:r>
            <a:r>
              <a:rPr b="1" lang="en" sz="2000">
                <a:latin typeface="Archivo"/>
                <a:ea typeface="Archivo"/>
                <a:cs typeface="Archivo"/>
                <a:sym typeface="Archivo"/>
              </a:rPr>
              <a:t>CHECK</a:t>
            </a:r>
            <a:endParaRPr sz="2000"/>
          </a:p>
          <a:p>
            <a:pPr indent="-355600" lvl="0" marL="457200" rtl="0" algn="l">
              <a:spcBef>
                <a:spcPts val="0"/>
              </a:spcBef>
              <a:spcAft>
                <a:spcPts val="0"/>
              </a:spcAft>
              <a:buSzPts val="2000"/>
              <a:buFont typeface="Archivo"/>
              <a:buChar char="●"/>
            </a:pPr>
            <a:r>
              <a:rPr b="1" lang="en" sz="2000">
                <a:latin typeface="Archivo"/>
                <a:ea typeface="Archivo"/>
                <a:cs typeface="Archivo"/>
                <a:sym typeface="Archivo"/>
              </a:rPr>
              <a:t>COMPILE &amp; TEST </a:t>
            </a:r>
            <a:r>
              <a:rPr lang="en" sz="2000"/>
              <a:t>jawaban anda di lokal terlebih dahulu, sebelum dikirim ke olympia.</a:t>
            </a:r>
            <a:endParaRPr sz="2000"/>
          </a:p>
        </p:txBody>
      </p:sp>
      <p:sp>
        <p:nvSpPr>
          <p:cNvPr id="974" name="Google Shape;974;p95"/>
          <p:cNvSpPr/>
          <p:nvPr/>
        </p:nvSpPr>
        <p:spPr>
          <a:xfrm>
            <a:off x="1892775" y="644300"/>
            <a:ext cx="5358600" cy="7977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100">
                <a:solidFill>
                  <a:schemeClr val="dk1"/>
                </a:solidFill>
                <a:latin typeface="Archivo"/>
                <a:ea typeface="Archivo"/>
                <a:cs typeface="Archivo"/>
                <a:sym typeface="Archivo"/>
              </a:rPr>
              <a:t>Tips &amp; Trick</a:t>
            </a:r>
            <a:endParaRPr sz="4100">
              <a:solidFill>
                <a:schemeClr val="dk1"/>
              </a:solidFill>
              <a:latin typeface="Archivo"/>
              <a:ea typeface="Archivo"/>
              <a:cs typeface="Archivo"/>
              <a:sym typeface="Archivo"/>
            </a:endParaRPr>
          </a:p>
        </p:txBody>
      </p:sp>
      <p:sp>
        <p:nvSpPr>
          <p:cNvPr id="975" name="Google Shape;975;p95"/>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76" name="Google Shape;976;p95"/>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82" name="Google Shape;982;p96"/>
          <p:cNvSpPr/>
          <p:nvPr/>
        </p:nvSpPr>
        <p:spPr>
          <a:xfrm rot="-150339">
            <a:off x="2159933" y="1180453"/>
            <a:ext cx="4824112" cy="1111963"/>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2"/>
                </a:solidFill>
                <a:latin typeface="Archivo ExtraBold"/>
                <a:ea typeface="Archivo ExtraBold"/>
                <a:cs typeface="Archivo ExtraBold"/>
                <a:sym typeface="Archivo ExtraBold"/>
              </a:rPr>
              <a:t>Olympia</a:t>
            </a:r>
            <a:endParaRPr sz="5600">
              <a:solidFill>
                <a:schemeClr val="accent2"/>
              </a:solidFill>
              <a:latin typeface="Archivo ExtraBold"/>
              <a:ea typeface="Archivo ExtraBold"/>
              <a:cs typeface="Archivo ExtraBold"/>
              <a:sym typeface="Archivo ExtraBold"/>
            </a:endParaRPr>
          </a:p>
        </p:txBody>
      </p:sp>
      <p:sp>
        <p:nvSpPr>
          <p:cNvPr id="983" name="Google Shape;983;p96"/>
          <p:cNvSpPr/>
          <p:nvPr/>
        </p:nvSpPr>
        <p:spPr>
          <a:xfrm rot="249385">
            <a:off x="4368784" y="2448498"/>
            <a:ext cx="1452821" cy="1112032"/>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1"/>
                </a:solidFill>
                <a:latin typeface="Archivo ExtraBold"/>
                <a:ea typeface="Archivo ExtraBold"/>
                <a:cs typeface="Archivo ExtraBold"/>
                <a:sym typeface="Archivo ExtraBold"/>
              </a:rPr>
              <a:t>2</a:t>
            </a:r>
            <a:endParaRPr sz="5600">
              <a:solidFill>
                <a:schemeClr val="accent1"/>
              </a:solidFill>
              <a:latin typeface="Archivo ExtraBold"/>
              <a:ea typeface="Archivo ExtraBold"/>
              <a:cs typeface="Archivo ExtraBold"/>
              <a:sym typeface="Archivo ExtraBold"/>
            </a:endParaRPr>
          </a:p>
        </p:txBody>
      </p:sp>
      <p:sp>
        <p:nvSpPr>
          <p:cNvPr id="984" name="Google Shape;984;p96"/>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8" name="Shape 988"/>
        <p:cNvGrpSpPr/>
        <p:nvPr/>
      </p:nvGrpSpPr>
      <p:grpSpPr>
        <a:xfrm>
          <a:off x="0" y="0"/>
          <a:ext cx="0" cy="0"/>
          <a:chOff x="0" y="0"/>
          <a:chExt cx="0" cy="0"/>
        </a:xfrm>
      </p:grpSpPr>
      <p:sp>
        <p:nvSpPr>
          <p:cNvPr id="989" name="Google Shape;989;p9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990" name="Google Shape;990;p97"/>
          <p:cNvSpPr txBox="1"/>
          <p:nvPr>
            <p:ph type="title"/>
          </p:nvPr>
        </p:nvSpPr>
        <p:spPr>
          <a:xfrm>
            <a:off x="974100" y="2148975"/>
            <a:ext cx="33024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000"/>
              <a:t>Olympia dibangun menggunakan Moodle yaitu sebuah LMS open source yang ditulis menggunakan PHP.</a:t>
            </a:r>
            <a:endParaRPr sz="2000"/>
          </a:p>
          <a:p>
            <a:pPr indent="0" lvl="0" marL="0" rtl="0" algn="ctr">
              <a:lnSpc>
                <a:spcPct val="115000"/>
              </a:lnSpc>
              <a:spcBef>
                <a:spcPts val="0"/>
              </a:spcBef>
              <a:spcAft>
                <a:spcPts val="0"/>
              </a:spcAft>
              <a:buNone/>
            </a:pPr>
            <a:r>
              <a:t/>
            </a:r>
            <a:endParaRPr sz="2000"/>
          </a:p>
          <a:p>
            <a:pPr indent="0" lvl="0" marL="0" rtl="0" algn="ctr">
              <a:spcBef>
                <a:spcPts val="0"/>
              </a:spcBef>
              <a:spcAft>
                <a:spcPts val="0"/>
              </a:spcAft>
              <a:buNone/>
            </a:pPr>
            <a:r>
              <a:t/>
            </a:r>
            <a:endParaRPr sz="2000"/>
          </a:p>
        </p:txBody>
      </p:sp>
      <p:pic>
        <p:nvPicPr>
          <p:cNvPr id="991" name="Google Shape;991;p97"/>
          <p:cNvPicPr preferRelativeResize="0"/>
          <p:nvPr/>
        </p:nvPicPr>
        <p:blipFill>
          <a:blip r:embed="rId3">
            <a:alphaModFix/>
          </a:blip>
          <a:stretch>
            <a:fillRect/>
          </a:stretch>
        </p:blipFill>
        <p:spPr>
          <a:xfrm>
            <a:off x="5583625" y="812925"/>
            <a:ext cx="1171251" cy="1171251"/>
          </a:xfrm>
          <a:prstGeom prst="rect">
            <a:avLst/>
          </a:prstGeom>
          <a:noFill/>
          <a:ln>
            <a:noFill/>
          </a:ln>
        </p:spPr>
      </p:pic>
      <p:sp>
        <p:nvSpPr>
          <p:cNvPr id="992" name="Google Shape;992;p97"/>
          <p:cNvSpPr txBox="1"/>
          <p:nvPr/>
        </p:nvSpPr>
        <p:spPr>
          <a:xfrm>
            <a:off x="5035200" y="2950200"/>
            <a:ext cx="28134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a:latin typeface="Barlow Semi Condensed"/>
              <a:ea typeface="Barlow Semi Condensed"/>
              <a:cs typeface="Barlow Semi Condensed"/>
              <a:sym typeface="Barlow Semi Condensed"/>
            </a:endParaRPr>
          </a:p>
        </p:txBody>
      </p:sp>
      <p:pic>
        <p:nvPicPr>
          <p:cNvPr id="993" name="Google Shape;993;p97"/>
          <p:cNvPicPr preferRelativeResize="0"/>
          <p:nvPr/>
        </p:nvPicPr>
        <p:blipFill>
          <a:blip r:embed="rId4">
            <a:alphaModFix/>
          </a:blip>
          <a:stretch>
            <a:fillRect/>
          </a:stretch>
        </p:blipFill>
        <p:spPr>
          <a:xfrm>
            <a:off x="2039675" y="812925"/>
            <a:ext cx="1171250" cy="1171250"/>
          </a:xfrm>
          <a:prstGeom prst="rect">
            <a:avLst/>
          </a:prstGeom>
          <a:noFill/>
          <a:ln>
            <a:noFill/>
          </a:ln>
        </p:spPr>
      </p:pic>
      <p:sp>
        <p:nvSpPr>
          <p:cNvPr id="994" name="Google Shape;994;p97"/>
          <p:cNvSpPr txBox="1"/>
          <p:nvPr>
            <p:ph type="title"/>
          </p:nvPr>
        </p:nvSpPr>
        <p:spPr>
          <a:xfrm>
            <a:off x="4518050" y="2263650"/>
            <a:ext cx="33024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000"/>
              <a:t>Olympia merupakan sebuah LMS (Learning Management System) yang dikembangkan GDP Labs.</a:t>
            </a:r>
            <a:endParaRPr sz="2000"/>
          </a:p>
        </p:txBody>
      </p:sp>
      <p:sp>
        <p:nvSpPr>
          <p:cNvPr id="995" name="Google Shape;995;p97"/>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996" name="Google Shape;996;p97"/>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0" name="Shape 1000"/>
        <p:cNvGrpSpPr/>
        <p:nvPr/>
      </p:nvGrpSpPr>
      <p:grpSpPr>
        <a:xfrm>
          <a:off x="0" y="0"/>
          <a:ext cx="0" cy="0"/>
          <a:chOff x="0" y="0"/>
          <a:chExt cx="0" cy="0"/>
        </a:xfrm>
      </p:grpSpPr>
      <p:sp>
        <p:nvSpPr>
          <p:cNvPr id="1001" name="Google Shape;1001;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02" name="Google Shape;1002;p98"/>
          <p:cNvSpPr/>
          <p:nvPr/>
        </p:nvSpPr>
        <p:spPr>
          <a:xfrm rot="-503981">
            <a:off x="2159916" y="1608587"/>
            <a:ext cx="4824148" cy="1112052"/>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1"/>
                </a:solidFill>
                <a:latin typeface="Archivo ExtraBold"/>
                <a:ea typeface="Archivo ExtraBold"/>
                <a:cs typeface="Archivo ExtraBold"/>
                <a:sym typeface="Archivo ExtraBold"/>
              </a:rPr>
              <a:t>SOP</a:t>
            </a:r>
            <a:endParaRPr sz="5600">
              <a:solidFill>
                <a:schemeClr val="accent1"/>
              </a:solidFill>
              <a:latin typeface="Archivo ExtraBold"/>
              <a:ea typeface="Archivo ExtraBold"/>
              <a:cs typeface="Archivo ExtraBold"/>
              <a:sym typeface="Archivo ExtraBold"/>
            </a:endParaRPr>
          </a:p>
        </p:txBody>
      </p:sp>
      <p:sp>
        <p:nvSpPr>
          <p:cNvPr id="1003" name="Google Shape;1003;p98"/>
          <p:cNvSpPr/>
          <p:nvPr/>
        </p:nvSpPr>
        <p:spPr>
          <a:xfrm rot="863871">
            <a:off x="4673559" y="2571696"/>
            <a:ext cx="1452623" cy="1111952"/>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1"/>
                </a:solidFill>
                <a:latin typeface="Archivo ExtraBold"/>
                <a:ea typeface="Archivo ExtraBold"/>
                <a:cs typeface="Archivo ExtraBold"/>
                <a:sym typeface="Archivo ExtraBold"/>
              </a:rPr>
              <a:t>3</a:t>
            </a:r>
            <a:endParaRPr sz="5600">
              <a:solidFill>
                <a:schemeClr val="accent1"/>
              </a:solidFill>
              <a:latin typeface="Archivo ExtraBold"/>
              <a:ea typeface="Archivo ExtraBold"/>
              <a:cs typeface="Archivo ExtraBold"/>
              <a:sym typeface="Archivo ExtraBold"/>
            </a:endParaRPr>
          </a:p>
        </p:txBody>
      </p:sp>
      <p:sp>
        <p:nvSpPr>
          <p:cNvPr id="1004" name="Google Shape;1004;p98"/>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8" name="Shape 1008"/>
        <p:cNvGrpSpPr/>
        <p:nvPr/>
      </p:nvGrpSpPr>
      <p:grpSpPr>
        <a:xfrm>
          <a:off x="0" y="0"/>
          <a:ext cx="0" cy="0"/>
          <a:chOff x="0" y="0"/>
          <a:chExt cx="0" cy="0"/>
        </a:xfrm>
      </p:grpSpPr>
      <p:sp>
        <p:nvSpPr>
          <p:cNvPr id="1009" name="Google Shape;1009;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10" name="Google Shape;1010;p99"/>
          <p:cNvSpPr txBox="1"/>
          <p:nvPr>
            <p:ph type="title"/>
          </p:nvPr>
        </p:nvSpPr>
        <p:spPr>
          <a:xfrm>
            <a:off x="1074775" y="1752600"/>
            <a:ext cx="7115100" cy="1902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Hadir 10 menit sebelum praktikum dimulai.</a:t>
            </a:r>
            <a:endParaRPr sz="1600">
              <a:solidFill>
                <a:srgbClr val="434343"/>
              </a:solidFill>
              <a:latin typeface="Archivo"/>
              <a:ea typeface="Archivo"/>
              <a:cs typeface="Archivo"/>
              <a:sym typeface="Archivo"/>
            </a:endParaRPr>
          </a:p>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Berpakaian rapi dan sopan, bersepatu.</a:t>
            </a:r>
            <a:endParaRPr sz="1600">
              <a:solidFill>
                <a:srgbClr val="434343"/>
              </a:solidFill>
              <a:latin typeface="Archivo"/>
              <a:ea typeface="Archivo"/>
              <a:cs typeface="Archivo"/>
              <a:sym typeface="Archivo"/>
            </a:endParaRPr>
          </a:p>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Pastikan selalu membawa KTM atau KSM untuk identitas.</a:t>
            </a:r>
            <a:endParaRPr sz="1600">
              <a:solidFill>
                <a:srgbClr val="434343"/>
              </a:solidFill>
              <a:latin typeface="Archivo"/>
              <a:ea typeface="Archivo"/>
              <a:cs typeface="Archivo"/>
              <a:sym typeface="Archivo"/>
            </a:endParaRPr>
          </a:p>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Tidak makan di dalam lab.</a:t>
            </a:r>
            <a:endParaRPr sz="1600">
              <a:solidFill>
                <a:srgbClr val="434343"/>
              </a:solidFill>
              <a:latin typeface="Archivo"/>
              <a:ea typeface="Archivo"/>
              <a:cs typeface="Archivo"/>
              <a:sym typeface="Archivo"/>
            </a:endParaRPr>
          </a:p>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Masuk dan meninggalkan kelas dalam keadaan bersih dan rapi.</a:t>
            </a:r>
            <a:endParaRPr sz="1600">
              <a:solidFill>
                <a:srgbClr val="434343"/>
              </a:solidFill>
              <a:latin typeface="Archivo"/>
              <a:ea typeface="Archivo"/>
              <a:cs typeface="Archivo"/>
              <a:sym typeface="Archivo"/>
            </a:endParaRPr>
          </a:p>
          <a:p>
            <a:pPr indent="-330200" lvl="0" marL="457200" rtl="0" algn="l">
              <a:spcBef>
                <a:spcPts val="0"/>
              </a:spcBef>
              <a:spcAft>
                <a:spcPts val="0"/>
              </a:spcAft>
              <a:buClr>
                <a:srgbClr val="4668C1"/>
              </a:buClr>
              <a:buSzPts val="1600"/>
              <a:buFont typeface="Archivo"/>
              <a:buAutoNum type="arabicPeriod"/>
            </a:pPr>
            <a:r>
              <a:rPr lang="en" sz="1600">
                <a:solidFill>
                  <a:srgbClr val="434343"/>
                </a:solidFill>
                <a:latin typeface="Archivo"/>
                <a:ea typeface="Archivo"/>
                <a:cs typeface="Archivo"/>
                <a:sym typeface="Archivo"/>
              </a:rPr>
              <a:t>Selama menunggu waktu praktikum (jika belum diperbolehkan masuk) :</a:t>
            </a:r>
            <a:endParaRPr sz="1600">
              <a:solidFill>
                <a:srgbClr val="434343"/>
              </a:solidFill>
              <a:latin typeface="Archivo"/>
              <a:ea typeface="Archivo"/>
              <a:cs typeface="Archivo"/>
              <a:sym typeface="Archivo"/>
            </a:endParaRPr>
          </a:p>
          <a:p>
            <a:pPr indent="-330200" lvl="0" marL="914400" rtl="0" algn="l">
              <a:spcBef>
                <a:spcPts val="0"/>
              </a:spcBef>
              <a:spcAft>
                <a:spcPts val="0"/>
              </a:spcAft>
              <a:buClr>
                <a:srgbClr val="4668C1"/>
              </a:buClr>
              <a:buSzPts val="1600"/>
              <a:buFont typeface="Archivo"/>
              <a:buChar char="-"/>
            </a:pPr>
            <a:r>
              <a:rPr lang="en" sz="1600">
                <a:solidFill>
                  <a:srgbClr val="434343"/>
                </a:solidFill>
                <a:latin typeface="Archivo"/>
                <a:ea typeface="Archivo"/>
                <a:cs typeface="Archivo"/>
                <a:sym typeface="Archivo"/>
              </a:rPr>
              <a:t>Tidak membuat gaduh dan keributan di depan lab</a:t>
            </a:r>
            <a:endParaRPr sz="1600"/>
          </a:p>
        </p:txBody>
      </p:sp>
      <p:sp>
        <p:nvSpPr>
          <p:cNvPr id="1011" name="Google Shape;1011;p99"/>
          <p:cNvSpPr/>
          <p:nvPr/>
        </p:nvSpPr>
        <p:spPr>
          <a:xfrm>
            <a:off x="2671200" y="644300"/>
            <a:ext cx="38016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SOP di Lab</a:t>
            </a:r>
            <a:endParaRPr sz="4600">
              <a:solidFill>
                <a:schemeClr val="dk2"/>
              </a:solidFill>
              <a:latin typeface="Archivo"/>
              <a:ea typeface="Archivo"/>
              <a:cs typeface="Archivo"/>
              <a:sym typeface="Archivo"/>
            </a:endParaRPr>
          </a:p>
        </p:txBody>
      </p:sp>
      <p:sp>
        <p:nvSpPr>
          <p:cNvPr id="1012" name="Google Shape;1012;p99"/>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00"/>
          <p:cNvSpPr txBox="1"/>
          <p:nvPr>
            <p:ph type="title"/>
          </p:nvPr>
        </p:nvSpPr>
        <p:spPr>
          <a:xfrm>
            <a:off x="1080625" y="1524700"/>
            <a:ext cx="6276600" cy="3255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Kerjakan praktikum secara </a:t>
            </a:r>
            <a:r>
              <a:rPr lang="en" sz="1400">
                <a:solidFill>
                  <a:srgbClr val="FF0000"/>
                </a:solidFill>
                <a:latin typeface="Archivo"/>
                <a:ea typeface="Archivo"/>
                <a:cs typeface="Archivo"/>
                <a:sym typeface="Archivo"/>
              </a:rPr>
              <a:t>mandiri</a:t>
            </a:r>
            <a:r>
              <a:rPr lang="en" sz="1400">
                <a:solidFill>
                  <a:srgbClr val="434343"/>
                </a:solidFill>
                <a:latin typeface="Archivo"/>
                <a:ea typeface="Archivo"/>
                <a:cs typeface="Archivo"/>
                <a:sym typeface="Archivo"/>
              </a:rPr>
              <a:t>! Segala bentuk </a:t>
            </a:r>
            <a:r>
              <a:rPr lang="en" sz="1400">
                <a:solidFill>
                  <a:srgbClr val="FF0000"/>
                </a:solidFill>
                <a:latin typeface="Archivo"/>
                <a:ea typeface="Archivo"/>
                <a:cs typeface="Archivo"/>
                <a:sym typeface="Archivo"/>
              </a:rPr>
              <a:t>kecurangan </a:t>
            </a:r>
            <a:r>
              <a:rPr lang="en" sz="1400">
                <a:solidFill>
                  <a:srgbClr val="434343"/>
                </a:solidFill>
                <a:latin typeface="Archivo"/>
                <a:ea typeface="Archivo"/>
                <a:cs typeface="Archivo"/>
                <a:sym typeface="Archivo"/>
              </a:rPr>
              <a:t>akan ditindak secara </a:t>
            </a:r>
            <a:r>
              <a:rPr lang="en" sz="1400">
                <a:solidFill>
                  <a:srgbClr val="FF0000"/>
                </a:solidFill>
                <a:latin typeface="Archivo"/>
                <a:ea typeface="Archivo"/>
                <a:cs typeface="Archivo"/>
                <a:sym typeface="Archivo"/>
              </a:rPr>
              <a:t>tegas</a:t>
            </a:r>
            <a:r>
              <a:rPr lang="en" sz="1400">
                <a:solidFill>
                  <a:srgbClr val="434343"/>
                </a:solidFill>
                <a:latin typeface="Archivo"/>
                <a:ea typeface="Archivo"/>
                <a:cs typeface="Archivo"/>
                <a:sym typeface="Archivo"/>
              </a:rPr>
              <a:t>!</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Tidak boleh membuka sumber apapun kecuali materi (edunex), olympia, dan online compiler.</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Tidak diperkenankan menggunakan AI dalam bentuk apapun.</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Perhatikan waktu pengerjaan praktikum, jawaban tidak bisa di-</a:t>
            </a:r>
            <a:r>
              <a:rPr i="1" lang="en" sz="1400">
                <a:solidFill>
                  <a:srgbClr val="434343"/>
                </a:solidFill>
                <a:latin typeface="Archivo"/>
                <a:ea typeface="Archivo"/>
                <a:cs typeface="Archivo"/>
                <a:sym typeface="Archivo"/>
              </a:rPr>
              <a:t>submit</a:t>
            </a:r>
            <a:r>
              <a:rPr lang="en" sz="1400">
                <a:solidFill>
                  <a:srgbClr val="434343"/>
                </a:solidFill>
                <a:latin typeface="Archivo"/>
                <a:ea typeface="Archivo"/>
                <a:cs typeface="Archivo"/>
                <a:sym typeface="Archivo"/>
              </a:rPr>
              <a:t> jika melebihi waktu yang telah ditentukan.</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Dianjurkan tidak ke toilet atau keluar ruangan di tengah pengerjaan praktikum. Lakukan keperluan Anda sebelum praktikum dimulai.</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Jika sudah selesai mengerjakan, silahkan tinggalkan ruangan praktikum.</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Tidak ada penambahan waktu praktikum untuk praktikan yang terlambat.</a:t>
            </a:r>
            <a:endParaRPr sz="1400">
              <a:solidFill>
                <a:srgbClr val="434343"/>
              </a:solidFill>
              <a:latin typeface="Archivo"/>
              <a:ea typeface="Archivo"/>
              <a:cs typeface="Archivo"/>
              <a:sym typeface="Archivo"/>
            </a:endParaRPr>
          </a:p>
          <a:p>
            <a:pPr indent="-317500" lvl="0" marL="457200" rtl="0" algn="l">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Silahkan angkat tangan Anda untuk melaporkan atau bertanya tentang kendala atau kejelasan soal kepada asisten yang menjaga.</a:t>
            </a:r>
            <a:endParaRPr sz="1400"/>
          </a:p>
        </p:txBody>
      </p:sp>
      <p:sp>
        <p:nvSpPr>
          <p:cNvPr id="1018" name="Google Shape;1018;p10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19" name="Google Shape;1019;p100"/>
          <p:cNvSpPr/>
          <p:nvPr/>
        </p:nvSpPr>
        <p:spPr>
          <a:xfrm>
            <a:off x="2220625" y="644300"/>
            <a:ext cx="47028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SOP Praktikum</a:t>
            </a:r>
            <a:endParaRPr sz="4600">
              <a:solidFill>
                <a:schemeClr val="dk2"/>
              </a:solidFill>
              <a:latin typeface="Archivo"/>
              <a:ea typeface="Archivo"/>
              <a:cs typeface="Archivo"/>
              <a:sym typeface="Archivo"/>
            </a:endParaRPr>
          </a:p>
        </p:txBody>
      </p:sp>
      <p:sp>
        <p:nvSpPr>
          <p:cNvPr id="1020" name="Google Shape;1020;p100"/>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01"/>
          <p:cNvSpPr txBox="1"/>
          <p:nvPr>
            <p:ph type="title"/>
          </p:nvPr>
        </p:nvSpPr>
        <p:spPr>
          <a:xfrm>
            <a:off x="1080625" y="1524700"/>
            <a:ext cx="6276600" cy="616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Responsi dilaksanakan secara online dan asinkron.</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Responsi dilaksanakan setiap minggu dan dibuka selama 7 hari.</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Pada sesi ini, peserta praktikum dipersilahkan untuk mengerjakan ulang soal praktikum pada minggu tersebut dan diberikan fasilitas forum untuk melakukan tanya jawab dengan asisten untuk meminta penjelasan ataupun solusi dari permasalahan yang dialami peserta.</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Peserta dilarang menanyakan jawaban secara langsung dalam forum, kecuali soal dianggap terlalu susah untuk diselesaikan oleh peserta.</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Apabila pertanyaan praktikan tidak direspon oleh asisten dalam 24 jam, peserta dipersilahkan untuk menghubungi asisten</a:t>
            </a:r>
            <a:endParaRPr sz="1400">
              <a:solidFill>
                <a:srgbClr val="434343"/>
              </a:solidFill>
              <a:latin typeface="Archivo"/>
              <a:ea typeface="Archivo"/>
              <a:cs typeface="Archivo"/>
              <a:sym typeface="Archivo"/>
            </a:endParaRPr>
          </a:p>
          <a:p>
            <a:pPr indent="0" lvl="0" marL="457200" rtl="0" algn="l">
              <a:lnSpc>
                <a:spcPct val="115000"/>
              </a:lnSpc>
              <a:spcBef>
                <a:spcPts val="0"/>
              </a:spcBef>
              <a:spcAft>
                <a:spcPts val="0"/>
              </a:spcAft>
              <a:buNone/>
            </a:pPr>
            <a:r>
              <a:t/>
            </a:r>
            <a:endParaRPr sz="1400">
              <a:solidFill>
                <a:srgbClr val="434343"/>
              </a:solidFill>
              <a:latin typeface="Archivo"/>
              <a:ea typeface="Archivo"/>
              <a:cs typeface="Archivo"/>
              <a:sym typeface="Archivo"/>
            </a:endParaRPr>
          </a:p>
        </p:txBody>
      </p:sp>
      <p:sp>
        <p:nvSpPr>
          <p:cNvPr id="1026" name="Google Shape;1026;p10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27" name="Google Shape;1027;p101"/>
          <p:cNvSpPr/>
          <p:nvPr/>
        </p:nvSpPr>
        <p:spPr>
          <a:xfrm>
            <a:off x="2220625" y="644300"/>
            <a:ext cx="47028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SOP Responsi</a:t>
            </a:r>
            <a:endParaRPr sz="4600">
              <a:solidFill>
                <a:schemeClr val="dk2"/>
              </a:solidFill>
              <a:latin typeface="Archivo"/>
              <a:ea typeface="Archivo"/>
              <a:cs typeface="Archivo"/>
              <a:sym typeface="Archivo"/>
            </a:endParaRPr>
          </a:p>
        </p:txBody>
      </p:sp>
      <p:sp>
        <p:nvSpPr>
          <p:cNvPr id="1028" name="Google Shape;1028;p101"/>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102"/>
          <p:cNvSpPr txBox="1"/>
          <p:nvPr>
            <p:ph type="title"/>
          </p:nvPr>
        </p:nvSpPr>
        <p:spPr>
          <a:xfrm>
            <a:off x="1080625" y="1524700"/>
            <a:ext cx="6276600" cy="6162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Jika peserta praktikum tidak dapat mengikuti kegiatan praktikum pada jadwal yang sudah ditentukan, peserta dipersilahkan melakukan perizinan sesuai dengan SOP.</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Izin yang valid adalah izin yang sudah disetujui oleh asisten.</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Peserta diperkenankan melakukan izin dengan alasan:</a:t>
            </a:r>
            <a:endParaRPr sz="1400">
              <a:solidFill>
                <a:srgbClr val="434343"/>
              </a:solidFill>
              <a:latin typeface="Archivo"/>
              <a:ea typeface="Archivo"/>
              <a:cs typeface="Archivo"/>
              <a:sym typeface="Archivo"/>
            </a:endParaRPr>
          </a:p>
          <a:p>
            <a:pPr indent="-317500" lvl="1" marL="914400" rtl="0" algn="l">
              <a:lnSpc>
                <a:spcPct val="115000"/>
              </a:lnSpc>
              <a:spcBef>
                <a:spcPts val="0"/>
              </a:spcBef>
              <a:spcAft>
                <a:spcPts val="0"/>
              </a:spcAft>
              <a:buClr>
                <a:srgbClr val="434343"/>
              </a:buClr>
              <a:buSzPts val="1400"/>
              <a:buFont typeface="Archivo"/>
              <a:buAutoNum type="alphaLcPeriod"/>
            </a:pPr>
            <a:r>
              <a:rPr lang="en" sz="1400">
                <a:solidFill>
                  <a:srgbClr val="434343"/>
                </a:solidFill>
                <a:latin typeface="Archivo"/>
                <a:ea typeface="Archivo"/>
                <a:cs typeface="Archivo"/>
                <a:sym typeface="Archivo"/>
              </a:rPr>
              <a:t>Sakit</a:t>
            </a:r>
            <a:endParaRPr sz="1400">
              <a:solidFill>
                <a:srgbClr val="434343"/>
              </a:solidFill>
              <a:latin typeface="Archivo"/>
              <a:ea typeface="Archivo"/>
              <a:cs typeface="Archivo"/>
              <a:sym typeface="Archivo"/>
            </a:endParaRPr>
          </a:p>
          <a:p>
            <a:pPr indent="-317500" lvl="1" marL="914400" rtl="0" algn="l">
              <a:lnSpc>
                <a:spcPct val="115000"/>
              </a:lnSpc>
              <a:spcBef>
                <a:spcPts val="0"/>
              </a:spcBef>
              <a:spcAft>
                <a:spcPts val="0"/>
              </a:spcAft>
              <a:buClr>
                <a:srgbClr val="434343"/>
              </a:buClr>
              <a:buSzPts val="1400"/>
              <a:buFont typeface="Archivo"/>
              <a:buAutoNum type="alphaLcPeriod"/>
            </a:pPr>
            <a:r>
              <a:rPr lang="en" sz="1400">
                <a:solidFill>
                  <a:srgbClr val="434343"/>
                </a:solidFill>
                <a:latin typeface="Archivo"/>
                <a:ea typeface="Archivo"/>
                <a:cs typeface="Archivo"/>
                <a:sym typeface="Archivo"/>
              </a:rPr>
              <a:t>Acara yang tidak dapat ditinggalkan</a:t>
            </a:r>
            <a:endParaRPr sz="1400">
              <a:solidFill>
                <a:srgbClr val="434343"/>
              </a:solidFill>
              <a:latin typeface="Archivo"/>
              <a:ea typeface="Archivo"/>
              <a:cs typeface="Archivo"/>
              <a:sym typeface="Archivo"/>
            </a:endParaRPr>
          </a:p>
          <a:p>
            <a:pPr indent="-317500" lvl="1" marL="914400" rtl="0" algn="l">
              <a:lnSpc>
                <a:spcPct val="115000"/>
              </a:lnSpc>
              <a:spcBef>
                <a:spcPts val="0"/>
              </a:spcBef>
              <a:spcAft>
                <a:spcPts val="0"/>
              </a:spcAft>
              <a:buClr>
                <a:srgbClr val="434343"/>
              </a:buClr>
              <a:buSzPts val="1400"/>
              <a:buFont typeface="Archivo"/>
              <a:buAutoNum type="alphaLcPeriod"/>
            </a:pPr>
            <a:r>
              <a:rPr lang="en" sz="1400">
                <a:solidFill>
                  <a:srgbClr val="434343"/>
                </a:solidFill>
                <a:latin typeface="Archivo"/>
                <a:ea typeface="Archivo"/>
                <a:cs typeface="Archivo"/>
                <a:sym typeface="Archivo"/>
              </a:rPr>
              <a:t>Dan alasan lainnya yang sudah disetujui oleh asisten</a:t>
            </a:r>
            <a:endParaRPr sz="1400">
              <a:solidFill>
                <a:srgbClr val="434343"/>
              </a:solidFill>
              <a:latin typeface="Archivo"/>
              <a:ea typeface="Archivo"/>
              <a:cs typeface="Archivo"/>
              <a:sym typeface="Archivo"/>
            </a:endParaRPr>
          </a:p>
          <a:p>
            <a:pPr indent="-317500" lvl="0" marL="457200" rtl="0" algn="l">
              <a:lnSpc>
                <a:spcPct val="115000"/>
              </a:lnSpc>
              <a:spcBef>
                <a:spcPts val="0"/>
              </a:spcBef>
              <a:spcAft>
                <a:spcPts val="0"/>
              </a:spcAft>
              <a:buClr>
                <a:srgbClr val="4668C1"/>
              </a:buClr>
              <a:buSzPts val="1400"/>
              <a:buFont typeface="Archivo"/>
              <a:buAutoNum type="arabicPeriod"/>
            </a:pPr>
            <a:r>
              <a:rPr lang="en" sz="1400">
                <a:solidFill>
                  <a:srgbClr val="434343"/>
                </a:solidFill>
                <a:latin typeface="Archivo"/>
                <a:ea typeface="Archivo"/>
                <a:cs typeface="Archivo"/>
                <a:sym typeface="Archivo"/>
              </a:rPr>
              <a:t>Peserta praktikum wajib mengirimkan izin beserta buktinya paling lambat J-24 sesi praktikum dimulai.</a:t>
            </a:r>
            <a:endParaRPr sz="1400">
              <a:solidFill>
                <a:srgbClr val="434343"/>
              </a:solidFill>
              <a:latin typeface="Archivo"/>
              <a:ea typeface="Archivo"/>
              <a:cs typeface="Archivo"/>
              <a:sym typeface="Archivo"/>
            </a:endParaRPr>
          </a:p>
          <a:p>
            <a:pPr indent="0" lvl="0" marL="457200" rtl="0" algn="l">
              <a:lnSpc>
                <a:spcPct val="115000"/>
              </a:lnSpc>
              <a:spcBef>
                <a:spcPts val="0"/>
              </a:spcBef>
              <a:spcAft>
                <a:spcPts val="0"/>
              </a:spcAft>
              <a:buNone/>
            </a:pPr>
            <a:r>
              <a:t/>
            </a:r>
            <a:endParaRPr sz="1400">
              <a:solidFill>
                <a:srgbClr val="434343"/>
              </a:solidFill>
              <a:latin typeface="Archivo"/>
              <a:ea typeface="Archivo"/>
              <a:cs typeface="Archivo"/>
              <a:sym typeface="Archivo"/>
            </a:endParaRPr>
          </a:p>
          <a:p>
            <a:pPr indent="0" lvl="0" marL="457200" rtl="0" algn="l">
              <a:lnSpc>
                <a:spcPct val="115000"/>
              </a:lnSpc>
              <a:spcBef>
                <a:spcPts val="0"/>
              </a:spcBef>
              <a:spcAft>
                <a:spcPts val="0"/>
              </a:spcAft>
              <a:buNone/>
            </a:pPr>
            <a:r>
              <a:t/>
            </a:r>
            <a:endParaRPr sz="1400">
              <a:solidFill>
                <a:srgbClr val="434343"/>
              </a:solidFill>
              <a:latin typeface="Archivo"/>
              <a:ea typeface="Archivo"/>
              <a:cs typeface="Archivo"/>
              <a:sym typeface="Archivo"/>
            </a:endParaRPr>
          </a:p>
          <a:p>
            <a:pPr indent="0" lvl="0" marL="457200" rtl="0" algn="l">
              <a:lnSpc>
                <a:spcPct val="115000"/>
              </a:lnSpc>
              <a:spcBef>
                <a:spcPts val="0"/>
              </a:spcBef>
              <a:spcAft>
                <a:spcPts val="0"/>
              </a:spcAft>
              <a:buNone/>
            </a:pPr>
            <a:r>
              <a:t/>
            </a:r>
            <a:endParaRPr sz="1400">
              <a:solidFill>
                <a:srgbClr val="434343"/>
              </a:solidFill>
              <a:latin typeface="Archivo"/>
              <a:ea typeface="Archivo"/>
              <a:cs typeface="Archivo"/>
              <a:sym typeface="Archivo"/>
            </a:endParaRPr>
          </a:p>
        </p:txBody>
      </p:sp>
      <p:sp>
        <p:nvSpPr>
          <p:cNvPr id="1034" name="Google Shape;1034;p10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35" name="Google Shape;1035;p102"/>
          <p:cNvSpPr/>
          <p:nvPr/>
        </p:nvSpPr>
        <p:spPr>
          <a:xfrm>
            <a:off x="2220625" y="644300"/>
            <a:ext cx="47028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SOP Perizinan</a:t>
            </a:r>
            <a:endParaRPr sz="4600">
              <a:solidFill>
                <a:schemeClr val="dk2"/>
              </a:solidFill>
              <a:latin typeface="Archivo"/>
              <a:ea typeface="Archivo"/>
              <a:cs typeface="Archivo"/>
              <a:sym typeface="Archivo"/>
            </a:endParaRPr>
          </a:p>
        </p:txBody>
      </p:sp>
      <p:sp>
        <p:nvSpPr>
          <p:cNvPr id="1036" name="Google Shape;1036;p102"/>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42" name="Google Shape;1042;p103"/>
          <p:cNvSpPr/>
          <p:nvPr/>
        </p:nvSpPr>
        <p:spPr>
          <a:xfrm rot="146272">
            <a:off x="1744177" y="1610416"/>
            <a:ext cx="4824166" cy="1112198"/>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dk1"/>
                </a:solidFill>
                <a:latin typeface="Archivo ExtraBold"/>
                <a:ea typeface="Archivo ExtraBold"/>
                <a:cs typeface="Archivo ExtraBold"/>
                <a:sym typeface="Archivo ExtraBold"/>
              </a:rPr>
              <a:t>FAQ</a:t>
            </a:r>
            <a:endParaRPr sz="5600">
              <a:solidFill>
                <a:schemeClr val="dk1"/>
              </a:solidFill>
              <a:latin typeface="Archivo ExtraBold"/>
              <a:ea typeface="Archivo ExtraBold"/>
              <a:cs typeface="Archivo ExtraBold"/>
              <a:sym typeface="Archivo ExtraBold"/>
            </a:endParaRPr>
          </a:p>
        </p:txBody>
      </p:sp>
      <p:sp>
        <p:nvSpPr>
          <p:cNvPr id="1043" name="Google Shape;1043;p103"/>
          <p:cNvSpPr/>
          <p:nvPr/>
        </p:nvSpPr>
        <p:spPr>
          <a:xfrm rot="-1192314">
            <a:off x="5755881" y="2607562"/>
            <a:ext cx="1452701" cy="1112299"/>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dk2"/>
                </a:solidFill>
                <a:latin typeface="Archivo ExtraBold"/>
                <a:ea typeface="Archivo ExtraBold"/>
                <a:cs typeface="Archivo ExtraBold"/>
                <a:sym typeface="Archivo ExtraBold"/>
              </a:rPr>
              <a:t>4</a:t>
            </a:r>
            <a:endParaRPr sz="5600">
              <a:solidFill>
                <a:schemeClr val="dk2"/>
              </a:solidFill>
              <a:latin typeface="Archivo ExtraBold"/>
              <a:ea typeface="Archivo ExtraBold"/>
              <a:cs typeface="Archivo ExtraBold"/>
              <a:sym typeface="Archivo ExtraBold"/>
            </a:endParaRPr>
          </a:p>
        </p:txBody>
      </p:sp>
      <p:sp>
        <p:nvSpPr>
          <p:cNvPr id="1044" name="Google Shape;1044;p103"/>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45" name="Google Shape;1045;p103"/>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51" name="Google Shape;1051;p104"/>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None/>
            </a:pPr>
            <a:r>
              <a:rPr lang="en" sz="2700"/>
              <a:t>Coba lebih teliti, di Olympia miss sedikit (kapital, enter, dsb.) = salah. 😈</a:t>
            </a:r>
            <a:endParaRPr sz="2700"/>
          </a:p>
        </p:txBody>
      </p:sp>
      <p:sp>
        <p:nvSpPr>
          <p:cNvPr id="1052" name="Google Shape;1052;p104"/>
          <p:cNvSpPr/>
          <p:nvPr/>
        </p:nvSpPr>
        <p:spPr>
          <a:xfrm>
            <a:off x="1057100" y="1016475"/>
            <a:ext cx="6902700" cy="7977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Archivo"/>
                <a:ea typeface="Archivo"/>
                <a:cs typeface="Archivo"/>
                <a:sym typeface="Archivo"/>
              </a:rPr>
              <a:t>Kenapa di komputer-ku outputnya sudah sesuai, tapi Wrong Answer (WA) di Olympia?</a:t>
            </a:r>
            <a:endParaRPr sz="2000">
              <a:solidFill>
                <a:schemeClr val="dk1"/>
              </a:solidFill>
              <a:latin typeface="Archivo"/>
              <a:ea typeface="Archivo"/>
              <a:cs typeface="Archivo"/>
              <a:sym typeface="Archivo"/>
            </a:endParaRPr>
          </a:p>
        </p:txBody>
      </p:sp>
      <p:sp>
        <p:nvSpPr>
          <p:cNvPr id="1053" name="Google Shape;1053;p104"/>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54" name="Google Shape;1054;p104"/>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8" name="Shape 1058"/>
        <p:cNvGrpSpPr/>
        <p:nvPr/>
      </p:nvGrpSpPr>
      <p:grpSpPr>
        <a:xfrm>
          <a:off x="0" y="0"/>
          <a:ext cx="0" cy="0"/>
          <a:chOff x="0" y="0"/>
          <a:chExt cx="0" cy="0"/>
        </a:xfrm>
      </p:grpSpPr>
      <p:sp>
        <p:nvSpPr>
          <p:cNvPr id="1059" name="Google Shape;1059;p10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60" name="Google Shape;1060;p105"/>
          <p:cNvSpPr txBox="1"/>
          <p:nvPr>
            <p:ph type="title"/>
          </p:nvPr>
        </p:nvSpPr>
        <p:spPr>
          <a:xfrm>
            <a:off x="727700" y="2131925"/>
            <a:ext cx="7624200" cy="1630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700"/>
              <a:t>Coba lebih teliti, terkadang terdapat spesifikasi file (nama, dll) atau struktur program yang harus diikuti. </a:t>
            </a:r>
            <a:r>
              <a:rPr lang="en" sz="2000"/>
              <a:t>(eg. #include, return 0, “;”)</a:t>
            </a:r>
            <a:endParaRPr sz="2000"/>
          </a:p>
        </p:txBody>
      </p:sp>
      <p:sp>
        <p:nvSpPr>
          <p:cNvPr id="1061" name="Google Shape;1061;p105"/>
          <p:cNvSpPr/>
          <p:nvPr/>
        </p:nvSpPr>
        <p:spPr>
          <a:xfrm>
            <a:off x="1057100" y="1016475"/>
            <a:ext cx="6902700" cy="7977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chemeClr val="dk1"/>
                </a:solidFill>
                <a:latin typeface="Archivo"/>
                <a:ea typeface="Archivo"/>
                <a:cs typeface="Archivo"/>
                <a:sym typeface="Archivo"/>
              </a:rPr>
              <a:t>Kenapa di komputer-ku sudah bisa jalan, tapi Compile Error (CE) di Olympia?</a:t>
            </a:r>
            <a:endParaRPr sz="2000">
              <a:solidFill>
                <a:schemeClr val="dk1"/>
              </a:solidFill>
              <a:latin typeface="Archivo"/>
              <a:ea typeface="Archivo"/>
              <a:cs typeface="Archivo"/>
              <a:sym typeface="Archivo"/>
            </a:endParaRPr>
          </a:p>
        </p:txBody>
      </p:sp>
      <p:sp>
        <p:nvSpPr>
          <p:cNvPr id="1062" name="Google Shape;1062;p105"/>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63" name="Google Shape;1063;p105"/>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10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69" name="Google Shape;1069;p106"/>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700"/>
              <a:t>By default sudah </a:t>
            </a:r>
            <a:r>
              <a:rPr b="1" lang="en" sz="2700">
                <a:solidFill>
                  <a:srgbClr val="4668C1"/>
                </a:solidFill>
                <a:latin typeface="Archivo"/>
                <a:ea typeface="Archivo"/>
                <a:cs typeface="Archivo"/>
                <a:sym typeface="Archivo"/>
              </a:rPr>
              <a:t>auto</a:t>
            </a:r>
            <a:r>
              <a:rPr lang="en" sz="2700"/>
              <a:t> submit, jadi tenang saja. Namun, perlu diperhatikan bahwa yang tersubmit hanya telah di-</a:t>
            </a:r>
            <a:r>
              <a:rPr b="1" lang="en" sz="2700">
                <a:solidFill>
                  <a:srgbClr val="4668C1"/>
                </a:solidFill>
                <a:latin typeface="Archivo"/>
                <a:ea typeface="Archivo"/>
                <a:cs typeface="Archivo"/>
                <a:sym typeface="Archivo"/>
              </a:rPr>
              <a:t>check</a:t>
            </a:r>
            <a:r>
              <a:rPr lang="en" sz="2700"/>
              <a:t>.</a:t>
            </a:r>
            <a:endParaRPr sz="2000"/>
          </a:p>
        </p:txBody>
      </p:sp>
      <p:sp>
        <p:nvSpPr>
          <p:cNvPr id="1070" name="Google Shape;1070;p106"/>
          <p:cNvSpPr/>
          <p:nvPr/>
        </p:nvSpPr>
        <p:spPr>
          <a:xfrm>
            <a:off x="1057100" y="1016475"/>
            <a:ext cx="6902700" cy="7977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chemeClr val="dk1"/>
                </a:solidFill>
                <a:latin typeface="Archivo"/>
                <a:ea typeface="Archivo"/>
                <a:cs typeface="Archivo"/>
                <a:sym typeface="Archivo"/>
              </a:rPr>
              <a:t>Bagaimana kalau waktu sudah habis dan belum submit?</a:t>
            </a:r>
            <a:endParaRPr sz="2000">
              <a:solidFill>
                <a:schemeClr val="dk1"/>
              </a:solidFill>
              <a:latin typeface="Archivo"/>
              <a:ea typeface="Archivo"/>
              <a:cs typeface="Archivo"/>
              <a:sym typeface="Archivo"/>
            </a:endParaRPr>
          </a:p>
        </p:txBody>
      </p:sp>
      <p:sp>
        <p:nvSpPr>
          <p:cNvPr id="1071" name="Google Shape;1071;p106"/>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72" name="Google Shape;1072;p106"/>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p10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78" name="Google Shape;1078;p107"/>
          <p:cNvSpPr/>
          <p:nvPr/>
        </p:nvSpPr>
        <p:spPr>
          <a:xfrm>
            <a:off x="1057100" y="1016475"/>
            <a:ext cx="6902700" cy="797700"/>
          </a:xfrm>
          <a:prstGeom prst="roundRect">
            <a:avLst>
              <a:gd fmla="val 50000" name="adj"/>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2000">
                <a:solidFill>
                  <a:schemeClr val="dk1"/>
                </a:solidFill>
                <a:latin typeface="Archivo"/>
                <a:ea typeface="Archivo"/>
                <a:cs typeface="Archivo"/>
                <a:sym typeface="Archivo"/>
              </a:rPr>
              <a:t>Kenapa Olympia lemot? 😡</a:t>
            </a:r>
            <a:endParaRPr sz="2000">
              <a:solidFill>
                <a:schemeClr val="dk1"/>
              </a:solidFill>
              <a:latin typeface="Archivo"/>
              <a:ea typeface="Archivo"/>
              <a:cs typeface="Archivo"/>
              <a:sym typeface="Archivo"/>
            </a:endParaRPr>
          </a:p>
        </p:txBody>
      </p:sp>
      <p:sp>
        <p:nvSpPr>
          <p:cNvPr id="1079" name="Google Shape;1079;p107"/>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80" name="Google Shape;1080;p107"/>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
        <p:nvSpPr>
          <p:cNvPr id="1081" name="Google Shape;1081;p107"/>
          <p:cNvSpPr txBox="1"/>
          <p:nvPr>
            <p:ph type="title"/>
          </p:nvPr>
        </p:nvSpPr>
        <p:spPr>
          <a:xfrm>
            <a:off x="1081200" y="2131925"/>
            <a:ext cx="69816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2500"/>
              <a:t>Mohon bersabar 🥲. Biasanya, Olympia bakal lebih lambat apabila sedang banyak yang menggunakan.</a:t>
            </a:r>
            <a:r>
              <a:rPr lang="en" sz="2700"/>
              <a:t> </a:t>
            </a:r>
            <a:endParaRPr sz="2700"/>
          </a:p>
          <a:p>
            <a:pPr indent="0" lvl="0" marL="0" rtl="0" algn="ctr">
              <a:lnSpc>
                <a:spcPct val="115000"/>
              </a:lnSpc>
              <a:spcBef>
                <a:spcPts val="0"/>
              </a:spcBef>
              <a:spcAft>
                <a:spcPts val="0"/>
              </a:spcAft>
              <a:buNone/>
            </a:pPr>
            <a:r>
              <a:rPr lang="en" sz="1800"/>
              <a:t>Pro tips: Bisa membuka soal lain dahulu di tab lain</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87" name="Google Shape;1087;p108"/>
          <p:cNvSpPr/>
          <p:nvPr/>
        </p:nvSpPr>
        <p:spPr>
          <a:xfrm rot="-150339">
            <a:off x="1356983" y="2015728"/>
            <a:ext cx="4824112" cy="1111963"/>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dk1"/>
                </a:solidFill>
                <a:latin typeface="Archivo ExtraBold"/>
                <a:ea typeface="Archivo ExtraBold"/>
                <a:cs typeface="Archivo ExtraBold"/>
                <a:sym typeface="Archivo ExtraBold"/>
              </a:rPr>
              <a:t>Uji Coba</a:t>
            </a:r>
            <a:endParaRPr sz="5600">
              <a:solidFill>
                <a:schemeClr val="dk1"/>
              </a:solidFill>
              <a:latin typeface="Archivo ExtraBold"/>
              <a:ea typeface="Archivo ExtraBold"/>
              <a:cs typeface="Archivo ExtraBold"/>
              <a:sym typeface="Archivo ExtraBold"/>
            </a:endParaRPr>
          </a:p>
        </p:txBody>
      </p:sp>
      <p:sp>
        <p:nvSpPr>
          <p:cNvPr id="1088" name="Google Shape;1088;p108"/>
          <p:cNvSpPr/>
          <p:nvPr/>
        </p:nvSpPr>
        <p:spPr>
          <a:xfrm rot="249385">
            <a:off x="6317734" y="2069373"/>
            <a:ext cx="1452821" cy="1112032"/>
          </a:xfrm>
          <a:prstGeom prst="roundRect">
            <a:avLst>
              <a:gd fmla="val 50000"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accent1"/>
                </a:solidFill>
                <a:latin typeface="Archivo ExtraBold"/>
                <a:ea typeface="Archivo ExtraBold"/>
                <a:cs typeface="Archivo ExtraBold"/>
                <a:sym typeface="Archivo ExtraBold"/>
              </a:rPr>
              <a:t>5</a:t>
            </a:r>
            <a:endParaRPr sz="5600">
              <a:solidFill>
                <a:schemeClr val="accent1"/>
              </a:solidFill>
              <a:latin typeface="Archivo ExtraBold"/>
              <a:ea typeface="Archivo ExtraBold"/>
              <a:cs typeface="Archivo ExtraBold"/>
              <a:sym typeface="Archivo ExtraBold"/>
            </a:endParaRPr>
          </a:p>
        </p:txBody>
      </p:sp>
      <p:sp>
        <p:nvSpPr>
          <p:cNvPr id="1089" name="Google Shape;1089;p108"/>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095" name="Google Shape;1095;p109"/>
          <p:cNvSpPr txBox="1"/>
          <p:nvPr>
            <p:ph type="title"/>
          </p:nvPr>
        </p:nvSpPr>
        <p:spPr>
          <a:xfrm>
            <a:off x="1081200" y="1695625"/>
            <a:ext cx="6981600" cy="616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700">
                <a:latin typeface="Archivo"/>
                <a:ea typeface="Archivo"/>
                <a:cs typeface="Archivo"/>
                <a:sym typeface="Archivo"/>
              </a:rPr>
              <a:t>Username:</a:t>
            </a:r>
            <a:r>
              <a:rPr lang="en" sz="2000"/>
              <a:t>	itb&lt;NIM Anda&gt;</a:t>
            </a:r>
            <a:endParaRPr sz="2000"/>
          </a:p>
          <a:p>
            <a:pPr indent="0" lvl="0" marL="0" rtl="0" algn="l">
              <a:lnSpc>
                <a:spcPct val="115000"/>
              </a:lnSpc>
              <a:spcBef>
                <a:spcPts val="0"/>
              </a:spcBef>
              <a:spcAft>
                <a:spcPts val="0"/>
              </a:spcAft>
              <a:buNone/>
            </a:pPr>
            <a:r>
              <a:rPr b="1" lang="en" sz="1700">
                <a:latin typeface="Archivo"/>
                <a:ea typeface="Archivo"/>
                <a:cs typeface="Archivo"/>
                <a:sym typeface="Archivo"/>
              </a:rPr>
              <a:t>Password:</a:t>
            </a:r>
            <a:r>
              <a:rPr lang="en" sz="2000"/>
              <a:t>	</a:t>
            </a:r>
            <a:r>
              <a:rPr lang="en" sz="2000"/>
              <a:t>P@55word_&lt;NIM Anda&gt;</a:t>
            </a:r>
            <a:endParaRPr sz="2000"/>
          </a:p>
          <a:p>
            <a:pPr indent="0" lvl="0" marL="0" rtl="0" algn="l">
              <a:lnSpc>
                <a:spcPct val="115000"/>
              </a:lnSpc>
              <a:spcBef>
                <a:spcPts val="0"/>
              </a:spcBef>
              <a:spcAft>
                <a:spcPts val="0"/>
              </a:spcAft>
              <a:buNone/>
            </a:pPr>
            <a:r>
              <a:t/>
            </a:r>
            <a:endParaRPr sz="2000"/>
          </a:p>
          <a:p>
            <a:pPr indent="0" lvl="0" marL="0" rtl="0" algn="l">
              <a:lnSpc>
                <a:spcPct val="115000"/>
              </a:lnSpc>
              <a:spcBef>
                <a:spcPts val="0"/>
              </a:spcBef>
              <a:spcAft>
                <a:spcPts val="0"/>
              </a:spcAft>
              <a:buNone/>
            </a:pPr>
            <a:r>
              <a:rPr lang="en" sz="2000"/>
              <a:t>Contoh:</a:t>
            </a:r>
            <a:endParaRPr sz="2000"/>
          </a:p>
          <a:p>
            <a:pPr indent="0" lvl="0" marL="0" rtl="0" algn="l">
              <a:lnSpc>
                <a:spcPct val="115000"/>
              </a:lnSpc>
              <a:spcBef>
                <a:spcPts val="0"/>
              </a:spcBef>
              <a:spcAft>
                <a:spcPts val="0"/>
              </a:spcAft>
              <a:buNone/>
            </a:pPr>
            <a:r>
              <a:rPr b="1" lang="en" sz="1700">
                <a:latin typeface="Archivo"/>
                <a:ea typeface="Archivo"/>
                <a:cs typeface="Archivo"/>
                <a:sym typeface="Archivo"/>
              </a:rPr>
              <a:t>Username:</a:t>
            </a:r>
            <a:r>
              <a:rPr lang="en" sz="1700"/>
              <a:t> itb13522999</a:t>
            </a:r>
            <a:endParaRPr sz="1700"/>
          </a:p>
          <a:p>
            <a:pPr indent="0" lvl="0" marL="0" rtl="0" algn="l">
              <a:lnSpc>
                <a:spcPct val="115000"/>
              </a:lnSpc>
              <a:spcBef>
                <a:spcPts val="0"/>
              </a:spcBef>
              <a:spcAft>
                <a:spcPts val="0"/>
              </a:spcAft>
              <a:buNone/>
            </a:pPr>
            <a:r>
              <a:rPr b="1" lang="en" sz="1700">
                <a:latin typeface="Archivo"/>
                <a:ea typeface="Archivo"/>
                <a:cs typeface="Archivo"/>
                <a:sym typeface="Archivo"/>
              </a:rPr>
              <a:t>Password:</a:t>
            </a:r>
            <a:r>
              <a:rPr lang="en" sz="1700"/>
              <a:t> P@55word_13522999 </a:t>
            </a:r>
            <a:endParaRPr sz="1700"/>
          </a:p>
          <a:p>
            <a:pPr indent="0" lvl="0" marL="0" rtl="0" algn="ctr">
              <a:lnSpc>
                <a:spcPct val="115000"/>
              </a:lnSpc>
              <a:spcBef>
                <a:spcPts val="0"/>
              </a:spcBef>
              <a:spcAft>
                <a:spcPts val="0"/>
              </a:spcAft>
              <a:buNone/>
            </a:pPr>
            <a:r>
              <a:t/>
            </a:r>
            <a:endParaRPr sz="1700"/>
          </a:p>
          <a:p>
            <a:pPr indent="0" lvl="0" marL="0" rtl="0" algn="ctr">
              <a:lnSpc>
                <a:spcPct val="115000"/>
              </a:lnSpc>
              <a:spcBef>
                <a:spcPts val="0"/>
              </a:spcBef>
              <a:spcAft>
                <a:spcPts val="0"/>
              </a:spcAft>
              <a:buNone/>
            </a:pPr>
            <a:r>
              <a:rPr lang="en" sz="1700">
                <a:solidFill>
                  <a:schemeClr val="accent1"/>
                </a:solidFill>
              </a:rPr>
              <a:t>Harap segera mengganti password pada menu profile dan simpan password yang terbaru! Hanya boleh mengubah password!</a:t>
            </a:r>
            <a:endParaRPr sz="1700">
              <a:solidFill>
                <a:schemeClr val="accent1"/>
              </a:solidFill>
            </a:endParaRPr>
          </a:p>
        </p:txBody>
      </p:sp>
      <p:sp>
        <p:nvSpPr>
          <p:cNvPr id="1096" name="Google Shape;1096;p109"/>
          <p:cNvSpPr/>
          <p:nvPr/>
        </p:nvSpPr>
        <p:spPr>
          <a:xfrm>
            <a:off x="2671200" y="644300"/>
            <a:ext cx="38016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Praktikum</a:t>
            </a:r>
            <a:endParaRPr sz="4600">
              <a:solidFill>
                <a:schemeClr val="dk2"/>
              </a:solidFill>
              <a:latin typeface="Archivo"/>
              <a:ea typeface="Archivo"/>
              <a:cs typeface="Archivo"/>
              <a:sym typeface="Archivo"/>
            </a:endParaRPr>
          </a:p>
        </p:txBody>
      </p:sp>
      <p:sp>
        <p:nvSpPr>
          <p:cNvPr id="1097" name="Google Shape;1097;p109"/>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098" name="Google Shape;1098;p109"/>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04" name="Google Shape;1104;p110"/>
          <p:cNvSpPr txBox="1"/>
          <p:nvPr>
            <p:ph type="title"/>
          </p:nvPr>
        </p:nvSpPr>
        <p:spPr>
          <a:xfrm>
            <a:off x="1081200" y="2004250"/>
            <a:ext cx="69816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700">
                <a:latin typeface="Archivo"/>
                <a:ea typeface="Archivo"/>
                <a:cs typeface="Archivo"/>
                <a:sym typeface="Archivo"/>
              </a:rPr>
              <a:t>g</a:t>
            </a:r>
            <a:r>
              <a:rPr b="1" lang="en" sz="1700">
                <a:latin typeface="Archivo"/>
                <a:ea typeface="Archivo"/>
                <a:cs typeface="Archivo"/>
                <a:sym typeface="Archivo"/>
              </a:rPr>
              <a:t>cc -o &lt;nama_exec&gt; &lt;file.c&gt; </a:t>
            </a:r>
            <a:endParaRPr sz="1700">
              <a:solidFill>
                <a:schemeClr val="accent1"/>
              </a:solidFill>
            </a:endParaRPr>
          </a:p>
        </p:txBody>
      </p:sp>
      <p:sp>
        <p:nvSpPr>
          <p:cNvPr id="1105" name="Google Shape;1105;p110"/>
          <p:cNvSpPr/>
          <p:nvPr/>
        </p:nvSpPr>
        <p:spPr>
          <a:xfrm>
            <a:off x="2671200" y="644300"/>
            <a:ext cx="38016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Compile C</a:t>
            </a:r>
            <a:endParaRPr sz="4600">
              <a:solidFill>
                <a:schemeClr val="dk2"/>
              </a:solidFill>
              <a:latin typeface="Archivo"/>
              <a:ea typeface="Archivo"/>
              <a:cs typeface="Archivo"/>
              <a:sym typeface="Archivo"/>
            </a:endParaRPr>
          </a:p>
        </p:txBody>
      </p:sp>
      <p:sp>
        <p:nvSpPr>
          <p:cNvPr id="1106" name="Google Shape;1106;p110"/>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107" name="Google Shape;1107;p110"/>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
        <p:nvSpPr>
          <p:cNvPr id="1108" name="Google Shape;1108;p110"/>
          <p:cNvSpPr txBox="1"/>
          <p:nvPr>
            <p:ph type="title"/>
          </p:nvPr>
        </p:nvSpPr>
        <p:spPr>
          <a:xfrm>
            <a:off x="1081200" y="2620450"/>
            <a:ext cx="6981600" cy="616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sz="1700">
                <a:latin typeface="Archivo"/>
                <a:ea typeface="Archivo"/>
                <a:cs typeface="Archivo"/>
                <a:sym typeface="Archivo"/>
              </a:rPr>
              <a:t>./&lt;nama_exec&gt;</a:t>
            </a:r>
            <a:endParaRPr sz="1700">
              <a:solidFill>
                <a:schemeClr val="accent1"/>
              </a:solidFill>
            </a:endParaRPr>
          </a:p>
        </p:txBody>
      </p:sp>
      <p:sp>
        <p:nvSpPr>
          <p:cNvPr id="1109" name="Google Shape;1109;p110"/>
          <p:cNvSpPr txBox="1"/>
          <p:nvPr/>
        </p:nvSpPr>
        <p:spPr>
          <a:xfrm>
            <a:off x="2720400" y="3776200"/>
            <a:ext cx="3703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dk1"/>
                </a:solidFill>
                <a:latin typeface="Archivo"/>
                <a:ea typeface="Archivo"/>
                <a:cs typeface="Archivo"/>
                <a:sym typeface="Archivo"/>
              </a:rPr>
              <a:t>const float pi = 3.1415;</a:t>
            </a:r>
            <a:endParaRPr sz="1600">
              <a:solidFill>
                <a:schemeClr val="dk1"/>
              </a:solidFill>
              <a:latin typeface="Archivo"/>
              <a:ea typeface="Archivo"/>
              <a:cs typeface="Archivo"/>
              <a:sym typeface="Archiv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1115" name="Google Shape;1115;p111"/>
          <p:cNvSpPr txBox="1"/>
          <p:nvPr>
            <p:ph type="title"/>
          </p:nvPr>
        </p:nvSpPr>
        <p:spPr>
          <a:xfrm>
            <a:off x="4630550" y="1636013"/>
            <a:ext cx="4055700" cy="616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Pilih “Add a new discussion topic”</a:t>
            </a:r>
            <a:endParaRPr sz="1800"/>
          </a:p>
          <a:p>
            <a:pPr indent="-342900" lvl="0" marL="457200" rtl="0" algn="l">
              <a:spcBef>
                <a:spcPts val="0"/>
              </a:spcBef>
              <a:spcAft>
                <a:spcPts val="0"/>
              </a:spcAft>
              <a:buSzPts val="1800"/>
              <a:buChar char="●"/>
            </a:pPr>
            <a:r>
              <a:rPr lang="en" sz="1800"/>
              <a:t>Masukan subject sesuai format berikut:</a:t>
            </a:r>
            <a:br>
              <a:rPr lang="en" sz="1800"/>
            </a:br>
            <a:r>
              <a:rPr b="1" lang="en" sz="1700">
                <a:latin typeface="Archivo"/>
                <a:ea typeface="Archivo"/>
                <a:cs typeface="Archivo"/>
                <a:sym typeface="Archivo"/>
              </a:rPr>
              <a:t>&lt;Topic&gt; - &lt;NIM&gt;</a:t>
            </a:r>
            <a:endParaRPr b="1" sz="1700">
              <a:latin typeface="Archivo"/>
              <a:ea typeface="Archivo"/>
              <a:cs typeface="Archivo"/>
              <a:sym typeface="Archivo"/>
            </a:endParaRPr>
          </a:p>
          <a:p>
            <a:pPr indent="-342900" lvl="0" marL="457200" rtl="0" algn="l">
              <a:spcBef>
                <a:spcPts val="0"/>
              </a:spcBef>
              <a:spcAft>
                <a:spcPts val="0"/>
              </a:spcAft>
              <a:buSzPts val="1800"/>
              <a:buChar char="●"/>
            </a:pPr>
            <a:r>
              <a:rPr lang="en" sz="1700"/>
              <a:t>Tambahkan attachment jika diperlukan</a:t>
            </a:r>
            <a:endParaRPr sz="1700"/>
          </a:p>
          <a:p>
            <a:pPr indent="-342900" lvl="0" marL="457200" rtl="0" algn="l">
              <a:spcBef>
                <a:spcPts val="0"/>
              </a:spcBef>
              <a:spcAft>
                <a:spcPts val="0"/>
              </a:spcAft>
              <a:buSzPts val="1800"/>
              <a:buChar char="●"/>
            </a:pPr>
            <a:r>
              <a:rPr lang="en" sz="1800"/>
              <a:t>Jika ada urgensi, bisa menghubungi asisten melalui teams</a:t>
            </a:r>
            <a:endParaRPr sz="1800"/>
          </a:p>
        </p:txBody>
      </p:sp>
      <p:sp>
        <p:nvSpPr>
          <p:cNvPr id="1116" name="Google Shape;1116;p111"/>
          <p:cNvSpPr/>
          <p:nvPr/>
        </p:nvSpPr>
        <p:spPr>
          <a:xfrm>
            <a:off x="2671200" y="644300"/>
            <a:ext cx="3801600" cy="7977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600">
                <a:solidFill>
                  <a:schemeClr val="dk2"/>
                </a:solidFill>
                <a:latin typeface="Archivo"/>
                <a:ea typeface="Archivo"/>
                <a:cs typeface="Archivo"/>
                <a:sym typeface="Archivo"/>
              </a:rPr>
              <a:t>Responsi</a:t>
            </a:r>
            <a:endParaRPr sz="4600">
              <a:solidFill>
                <a:schemeClr val="dk2"/>
              </a:solidFill>
              <a:latin typeface="Archivo"/>
              <a:ea typeface="Archivo"/>
              <a:cs typeface="Archivo"/>
              <a:sym typeface="Archivo"/>
            </a:endParaRPr>
          </a:p>
        </p:txBody>
      </p:sp>
      <p:pic>
        <p:nvPicPr>
          <p:cNvPr id="1117" name="Google Shape;1117;p111"/>
          <p:cNvPicPr preferRelativeResize="0"/>
          <p:nvPr/>
        </p:nvPicPr>
        <p:blipFill>
          <a:blip r:embed="rId3">
            <a:alphaModFix/>
          </a:blip>
          <a:stretch>
            <a:fillRect/>
          </a:stretch>
        </p:blipFill>
        <p:spPr>
          <a:xfrm>
            <a:off x="586150" y="1790313"/>
            <a:ext cx="3801600" cy="2043712"/>
          </a:xfrm>
          <a:prstGeom prst="rect">
            <a:avLst/>
          </a:prstGeom>
          <a:noFill/>
          <a:ln>
            <a:noFill/>
          </a:ln>
        </p:spPr>
      </p:pic>
      <p:sp>
        <p:nvSpPr>
          <p:cNvPr id="1118" name="Google Shape;1118;p111"/>
          <p:cNvSpPr/>
          <p:nvPr/>
        </p:nvSpPr>
        <p:spPr>
          <a:xfrm>
            <a:off x="634425" y="2092325"/>
            <a:ext cx="811200" cy="1599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119" name="Google Shape;1119;p111"/>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3"/>
                </a:solidFill>
                <a:latin typeface="Archivo"/>
                <a:ea typeface="Archivo"/>
                <a:cs typeface="Archivo"/>
                <a:sym typeface="Archivo"/>
              </a:rPr>
              <a:t>Labpro ‘22</a:t>
            </a:r>
            <a:endParaRPr sz="1600">
              <a:solidFill>
                <a:schemeClr val="accent3"/>
              </a:solidFill>
              <a:latin typeface="Archivo"/>
              <a:ea typeface="Archivo"/>
              <a:cs typeface="Archivo"/>
              <a:sym typeface="Archivo"/>
            </a:endParaRPr>
          </a:p>
        </p:txBody>
      </p:sp>
      <p:sp>
        <p:nvSpPr>
          <p:cNvPr id="1120" name="Google Shape;1120;p111"/>
          <p:cNvSpPr txBox="1"/>
          <p:nvPr/>
        </p:nvSpPr>
        <p:spPr>
          <a:xfrm>
            <a:off x="586150" y="4091250"/>
            <a:ext cx="37032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latin typeface="Archivo"/>
                <a:ea typeface="Archivo"/>
                <a:cs typeface="Archivo"/>
                <a:sym typeface="Archivo"/>
              </a:rPr>
              <a:t>Topic dapat berupa:</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b="1" lang="en" sz="1500">
                <a:solidFill>
                  <a:schemeClr val="dk1"/>
                </a:solidFill>
                <a:latin typeface="Archivo"/>
                <a:ea typeface="Archivo"/>
                <a:cs typeface="Archivo"/>
                <a:sym typeface="Archivo"/>
              </a:rPr>
              <a:t>&lt;no-soal&gt; &lt;nama soal&gt;</a:t>
            </a:r>
            <a:endParaRPr b="1"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b="1" lang="en" sz="1500">
                <a:solidFill>
                  <a:schemeClr val="dk1"/>
                </a:solidFill>
                <a:latin typeface="Archivo"/>
                <a:ea typeface="Archivo"/>
                <a:cs typeface="Archivo"/>
                <a:sym typeface="Archivo"/>
              </a:rPr>
              <a:t>General</a:t>
            </a:r>
            <a:endParaRPr b="1" sz="1500">
              <a:solidFill>
                <a:schemeClr val="dk1"/>
              </a:solidFill>
              <a:latin typeface="Archivo"/>
              <a:ea typeface="Archivo"/>
              <a:cs typeface="Archivo"/>
              <a:sym typeface="Archiv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2"/>
          <p:cNvSpPr/>
          <p:nvPr/>
        </p:nvSpPr>
        <p:spPr>
          <a:xfrm rot="174">
            <a:off x="1603500" y="1263425"/>
            <a:ext cx="5937000" cy="111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lt1"/>
                </a:solidFill>
                <a:latin typeface="Archivo ExtraBold"/>
                <a:ea typeface="Archivo ExtraBold"/>
                <a:cs typeface="Archivo ExtraBold"/>
                <a:sym typeface="Archivo ExtraBold"/>
              </a:rPr>
              <a:t>Form Kendala</a:t>
            </a:r>
            <a:endParaRPr sz="5600">
              <a:solidFill>
                <a:schemeClr val="lt1"/>
              </a:solidFill>
              <a:latin typeface="Archivo ExtraBold"/>
              <a:ea typeface="Archivo ExtraBold"/>
              <a:cs typeface="Archivo ExtraBold"/>
              <a:sym typeface="Archivo ExtraBold"/>
            </a:endParaRPr>
          </a:p>
        </p:txBody>
      </p:sp>
      <p:sp>
        <p:nvSpPr>
          <p:cNvPr id="1126" name="Google Shape;1126;p112"/>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
        <p:nvSpPr>
          <p:cNvPr id="1127" name="Google Shape;1127;p112"/>
          <p:cNvSpPr/>
          <p:nvPr/>
        </p:nvSpPr>
        <p:spPr>
          <a:xfrm rot="174">
            <a:off x="1603500" y="3006900"/>
            <a:ext cx="5937000" cy="2808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accent3"/>
                </a:solidFill>
                <a:latin typeface="Archivo ExtraBold"/>
                <a:ea typeface="Archivo ExtraBold"/>
                <a:cs typeface="Archivo ExtraBold"/>
                <a:sym typeface="Archivo ExtraBold"/>
              </a:rPr>
              <a:t>https://s.hmif.dev/KendalaPrakAlprog1</a:t>
            </a:r>
            <a:endParaRPr sz="1800">
              <a:solidFill>
                <a:schemeClr val="accent3"/>
              </a:solidFill>
              <a:latin typeface="Archivo ExtraBold"/>
              <a:ea typeface="Archivo ExtraBold"/>
              <a:cs typeface="Archivo ExtraBold"/>
              <a:sym typeface="Archivo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13"/>
          <p:cNvSpPr/>
          <p:nvPr/>
        </p:nvSpPr>
        <p:spPr>
          <a:xfrm rot="191">
            <a:off x="1873499" y="2015650"/>
            <a:ext cx="5397000" cy="111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lt1"/>
                </a:solidFill>
                <a:latin typeface="Archivo ExtraBold"/>
                <a:ea typeface="Archivo ExtraBold"/>
                <a:cs typeface="Archivo ExtraBold"/>
                <a:sym typeface="Archivo ExtraBold"/>
              </a:rPr>
              <a:t>devdocs.io/c</a:t>
            </a:r>
            <a:endParaRPr sz="5600">
              <a:solidFill>
                <a:schemeClr val="lt1"/>
              </a:solidFill>
              <a:latin typeface="Archivo ExtraBold"/>
              <a:ea typeface="Archivo ExtraBold"/>
              <a:cs typeface="Archivo ExtraBold"/>
              <a:sym typeface="Archivo ExtraBold"/>
            </a:endParaRPr>
          </a:p>
        </p:txBody>
      </p:sp>
      <p:sp>
        <p:nvSpPr>
          <p:cNvPr id="1133" name="Google Shape;1133;p113"/>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14"/>
          <p:cNvSpPr/>
          <p:nvPr/>
        </p:nvSpPr>
        <p:spPr>
          <a:xfrm rot="258">
            <a:off x="2569803" y="2015710"/>
            <a:ext cx="4004400" cy="1112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5600">
                <a:solidFill>
                  <a:schemeClr val="lt1"/>
                </a:solidFill>
                <a:latin typeface="Archivo ExtraBold"/>
                <a:ea typeface="Archivo ExtraBold"/>
                <a:cs typeface="Archivo ExtraBold"/>
                <a:sym typeface="Archivo ExtraBold"/>
              </a:rPr>
              <a:t>THANKS</a:t>
            </a:r>
            <a:endParaRPr sz="5600">
              <a:solidFill>
                <a:schemeClr val="lt1"/>
              </a:solidFill>
              <a:latin typeface="Archivo ExtraBold"/>
              <a:ea typeface="Archivo ExtraBold"/>
              <a:cs typeface="Archivo ExtraBold"/>
              <a:sym typeface="Archivo ExtraBold"/>
            </a:endParaRPr>
          </a:p>
        </p:txBody>
      </p:sp>
      <p:sp>
        <p:nvSpPr>
          <p:cNvPr id="1139" name="Google Shape;1139;p114"/>
          <p:cNvSpPr txBox="1"/>
          <p:nvPr/>
        </p:nvSpPr>
        <p:spPr>
          <a:xfrm>
            <a:off x="7959900" y="0"/>
            <a:ext cx="118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2"/>
                </a:solidFill>
                <a:latin typeface="Archivo"/>
                <a:ea typeface="Archivo"/>
                <a:cs typeface="Archivo"/>
                <a:sym typeface="Archivo"/>
              </a:rPr>
              <a:t>Labpro ‘22</a:t>
            </a:r>
            <a:endParaRPr sz="1600">
              <a:solidFill>
                <a:schemeClr val="accent2"/>
              </a:solidFill>
              <a:latin typeface="Archivo"/>
              <a:ea typeface="Archivo"/>
              <a:cs typeface="Archivo"/>
              <a:sym typeface="Archiv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y Plan">
  <a:themeElements>
    <a:clrScheme name="Simple Light">
      <a:dk1>
        <a:srgbClr val="FFFFFF"/>
      </a:dk1>
      <a:lt1>
        <a:srgbClr val="000000"/>
      </a:lt1>
      <a:dk2>
        <a:srgbClr val="999999"/>
      </a:dk2>
      <a:lt2>
        <a:srgbClr val="FFECD1"/>
      </a:lt2>
      <a:accent1>
        <a:srgbClr val="AC6600"/>
      </a:accent1>
      <a:accent2>
        <a:srgbClr val="5E7F00"/>
      </a:accent2>
      <a:accent3>
        <a:srgbClr val="2322EF"/>
      </a:accent3>
      <a:accent4>
        <a:srgbClr val="DDDDFF"/>
      </a:accent4>
      <a:accent5>
        <a:srgbClr val="EFEFEF"/>
      </a:accent5>
      <a:accent6>
        <a:srgbClr val="F7FEEB"/>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ducational Games #3">
  <a:themeElements>
    <a:clrScheme name="Simple Light">
      <a:dk1>
        <a:srgbClr val="0B384F"/>
      </a:dk1>
      <a:lt1>
        <a:srgbClr val="B2D7D0"/>
      </a:lt1>
      <a:dk2>
        <a:srgbClr val="CBE770"/>
      </a:dk2>
      <a:lt2>
        <a:srgbClr val="6AB385"/>
      </a:lt2>
      <a:accent1>
        <a:srgbClr val="364623"/>
      </a:accent1>
      <a:accent2>
        <a:srgbClr val="EFF0F0"/>
      </a:accent2>
      <a:accent3>
        <a:srgbClr val="664343"/>
      </a:accent3>
      <a:accent4>
        <a:srgbClr val="A0C1DB"/>
      </a:accent4>
      <a:accent5>
        <a:srgbClr val="D89393"/>
      </a:accent5>
      <a:accent6>
        <a:srgbClr val="B45745"/>
      </a:accent6>
      <a:hlink>
        <a:srgbClr val="0B384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